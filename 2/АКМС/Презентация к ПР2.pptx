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slideLayouts/slideLayout5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714" r:id="rId2"/>
    <p:sldMasterId id="2147483717" r:id="rId3"/>
  </p:sldMasterIdLst>
  <p:sldIdLst>
    <p:sldId id="256" r:id="rId4"/>
    <p:sldId id="257" r:id="rId5"/>
    <p:sldId id="262" r:id="rId6"/>
    <p:sldId id="259" r:id="rId7"/>
    <p:sldId id="261" r:id="rId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766000"/>
            <a:ext cx="70641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4502800"/>
            <a:ext cx="7064100" cy="58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96733"/>
            <a:ext cx="3047400" cy="1795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5247167"/>
            <a:ext cx="3047400" cy="1795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823667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714550" y="3155029"/>
            <a:ext cx="3714900" cy="109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746550" y="1785551"/>
            <a:ext cx="1650900" cy="13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2291400" y="4102233"/>
            <a:ext cx="4561200" cy="5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;p3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7948925" y="5306367"/>
            <a:ext cx="1378500" cy="1648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-112875" y="-118267"/>
            <a:ext cx="1418700" cy="1419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716150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593367"/>
            <a:ext cx="47115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697233"/>
            <a:ext cx="7717500" cy="43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51467"/>
            <a:ext cx="2565600" cy="1741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163765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13225" y="593367"/>
            <a:ext cx="56811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5038975" y="3401932"/>
            <a:ext cx="2486100" cy="6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5038975" y="3948267"/>
            <a:ext cx="2486100" cy="12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1693175" y="3401932"/>
            <a:ext cx="2486100" cy="6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1693175" y="3948267"/>
            <a:ext cx="2486100" cy="12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35" name="Google Shape;35;p5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36;p5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37;p5"/>
          <p:cNvCxnSpPr/>
          <p:nvPr/>
        </p:nvCxnSpPr>
        <p:spPr>
          <a:xfrm flipH="1">
            <a:off x="6935750" y="5241767"/>
            <a:ext cx="2549400" cy="1806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045606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713225" y="593367"/>
            <a:ext cx="77175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cxnSp>
        <p:nvCxnSpPr>
          <p:cNvPr id="40" name="Google Shape;40;p6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6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15167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2247500" y="1910733"/>
            <a:ext cx="18381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ubTitle" idx="2"/>
          </p:nvPr>
        </p:nvSpPr>
        <p:spPr>
          <a:xfrm>
            <a:off x="2247500" y="2386733"/>
            <a:ext cx="5160300" cy="36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50800" lvl="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>
                <a:solidFill>
                  <a:srgbClr val="37495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3225" y="593367"/>
            <a:ext cx="429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cxnSp>
        <p:nvCxnSpPr>
          <p:cNvPr id="46" name="Google Shape;46;p7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" name="Google Shape;47;p7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56874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1122500" y="1430667"/>
            <a:ext cx="6899100" cy="38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cxnSp>
        <p:nvCxnSpPr>
          <p:cNvPr id="50" name="Google Shape;50;p8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Google Shape;51;p8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" name="Google Shape;52;p8"/>
          <p:cNvCxnSpPr/>
          <p:nvPr/>
        </p:nvCxnSpPr>
        <p:spPr>
          <a:xfrm flipH="1">
            <a:off x="7093250" y="5246767"/>
            <a:ext cx="2332800" cy="1796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" name="Google Shape;53;p8"/>
          <p:cNvCxnSpPr/>
          <p:nvPr/>
        </p:nvCxnSpPr>
        <p:spPr>
          <a:xfrm flipH="1">
            <a:off x="-420450" y="-162133"/>
            <a:ext cx="2332800" cy="1796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38402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2242667"/>
            <a:ext cx="3847200" cy="3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593367"/>
            <a:ext cx="56799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3730000"/>
            <a:ext cx="3378000" cy="3289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01605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713225" y="589236"/>
            <a:ext cx="3557100" cy="1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latin typeface="Vidaloka"/>
                <a:ea typeface="Vidaloka"/>
                <a:cs typeface="Vidaloka"/>
                <a:sym typeface="Vidaloka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62" name="Google Shape;62;p10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63;p10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" name="Google Shape;64;p10"/>
          <p:cNvCxnSpPr/>
          <p:nvPr/>
        </p:nvCxnSpPr>
        <p:spPr>
          <a:xfrm rot="10800000" flipH="1">
            <a:off x="6144975" y="4138300"/>
            <a:ext cx="3118200" cy="29348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102829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793817"/>
            <a:ext cx="7717500" cy="21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1514325" y="4251531"/>
            <a:ext cx="6120300" cy="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68" name="Google Shape;68;p11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" name="Google Shape;69;p11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70;p11"/>
          <p:cNvCxnSpPr/>
          <p:nvPr/>
        </p:nvCxnSpPr>
        <p:spPr>
          <a:xfrm>
            <a:off x="-250225" y="5435267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" name="Google Shape;71;p11"/>
          <p:cNvCxnSpPr/>
          <p:nvPr/>
        </p:nvCxnSpPr>
        <p:spPr>
          <a:xfrm>
            <a:off x="7441150" y="-64500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40826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9435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3225" y="593367"/>
            <a:ext cx="3583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001000" y="2590567"/>
            <a:ext cx="24861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5001000" y="3006800"/>
            <a:ext cx="24861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1655200" y="2590567"/>
            <a:ext cx="24861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1655200" y="3006800"/>
            <a:ext cx="24861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5001000" y="4965267"/>
            <a:ext cx="24861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5001000" y="5381500"/>
            <a:ext cx="24861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1655200" y="4965267"/>
            <a:ext cx="24861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1655250" y="5381500"/>
            <a:ext cx="24861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2378650" y="1738117"/>
            <a:ext cx="10392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5724450" y="1738117"/>
            <a:ext cx="10392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2378700" y="4110317"/>
            <a:ext cx="10392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5724450" y="4110317"/>
            <a:ext cx="10392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634542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20000" y="2236291"/>
            <a:ext cx="23364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2" hasCustomPrompt="1"/>
          </p:nvPr>
        </p:nvSpPr>
        <p:spPr>
          <a:xfrm>
            <a:off x="1482600" y="1460433"/>
            <a:ext cx="81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720000" y="2774932"/>
            <a:ext cx="233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 idx="3"/>
          </p:nvPr>
        </p:nvSpPr>
        <p:spPr>
          <a:xfrm>
            <a:off x="3403800" y="2236291"/>
            <a:ext cx="23364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4" hasCustomPrompt="1"/>
          </p:nvPr>
        </p:nvSpPr>
        <p:spPr>
          <a:xfrm>
            <a:off x="4166400" y="1460433"/>
            <a:ext cx="81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5"/>
          </p:nvPr>
        </p:nvSpPr>
        <p:spPr>
          <a:xfrm>
            <a:off x="3403800" y="2774944"/>
            <a:ext cx="233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6"/>
          </p:nvPr>
        </p:nvSpPr>
        <p:spPr>
          <a:xfrm>
            <a:off x="6087600" y="2236291"/>
            <a:ext cx="23364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7" hasCustomPrompt="1"/>
          </p:nvPr>
        </p:nvSpPr>
        <p:spPr>
          <a:xfrm>
            <a:off x="6850200" y="1460433"/>
            <a:ext cx="81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8"/>
          </p:nvPr>
        </p:nvSpPr>
        <p:spPr>
          <a:xfrm>
            <a:off x="6087600" y="2774944"/>
            <a:ext cx="233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9"/>
          </p:nvPr>
        </p:nvSpPr>
        <p:spPr>
          <a:xfrm>
            <a:off x="720000" y="4418105"/>
            <a:ext cx="23364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13" hasCustomPrompt="1"/>
          </p:nvPr>
        </p:nvSpPr>
        <p:spPr>
          <a:xfrm>
            <a:off x="1482600" y="3618783"/>
            <a:ext cx="81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4"/>
          </p:nvPr>
        </p:nvSpPr>
        <p:spPr>
          <a:xfrm>
            <a:off x="720000" y="4941151"/>
            <a:ext cx="233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15"/>
          </p:nvPr>
        </p:nvSpPr>
        <p:spPr>
          <a:xfrm>
            <a:off x="3403800" y="4418105"/>
            <a:ext cx="23364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4166400" y="3618783"/>
            <a:ext cx="81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17"/>
          </p:nvPr>
        </p:nvSpPr>
        <p:spPr>
          <a:xfrm>
            <a:off x="3403800" y="4941151"/>
            <a:ext cx="233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/>
          </p:nvPr>
        </p:nvSpPr>
        <p:spPr>
          <a:xfrm>
            <a:off x="6087600" y="4418105"/>
            <a:ext cx="23364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6850200" y="3618783"/>
            <a:ext cx="81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20"/>
          </p:nvPr>
        </p:nvSpPr>
        <p:spPr>
          <a:xfrm>
            <a:off x="6087600" y="4941151"/>
            <a:ext cx="233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2332400" y="593367"/>
            <a:ext cx="44793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cxnSp>
        <p:nvCxnSpPr>
          <p:cNvPr id="109" name="Google Shape;109;p14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5435267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64500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8568245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3744337"/>
            <a:ext cx="4323000" cy="6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2215951"/>
            <a:ext cx="5458200" cy="13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269723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Quote 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699900" y="3761684"/>
            <a:ext cx="4323000" cy="6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699900" y="2234536"/>
            <a:ext cx="5458200" cy="13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5404884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94883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2305820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2648400" y="2242667"/>
            <a:ext cx="3847200" cy="3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1732050" y="593367"/>
            <a:ext cx="56799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cxnSp>
        <p:nvCxnSpPr>
          <p:cNvPr id="128" name="Google Shape;128;p17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5435267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64500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9183849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1994850" y="1977100"/>
            <a:ext cx="5154300" cy="17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subTitle" idx="1"/>
          </p:nvPr>
        </p:nvSpPr>
        <p:spPr>
          <a:xfrm>
            <a:off x="2299500" y="3962867"/>
            <a:ext cx="45450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438600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>
            <a:spLocks noGrp="1"/>
          </p:cNvSpPr>
          <p:nvPr>
            <p:ph type="title"/>
          </p:nvPr>
        </p:nvSpPr>
        <p:spPr>
          <a:xfrm>
            <a:off x="3742850" y="2066500"/>
            <a:ext cx="4545000" cy="17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subTitle" idx="1"/>
          </p:nvPr>
        </p:nvSpPr>
        <p:spPr>
          <a:xfrm>
            <a:off x="3742850" y="4052284"/>
            <a:ext cx="45450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140" name="Google Shape;140;p19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" name="Google Shape;141;p19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250225" y="5435267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" name="Google Shape;143;p19"/>
          <p:cNvCxnSpPr/>
          <p:nvPr/>
        </p:nvCxnSpPr>
        <p:spPr>
          <a:xfrm>
            <a:off x="7441150" y="-64500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" name="Google Shape;144;p19"/>
          <p:cNvCxnSpPr/>
          <p:nvPr/>
        </p:nvCxnSpPr>
        <p:spPr>
          <a:xfrm flipH="1">
            <a:off x="7454238" y="5404884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" name="Google Shape;145;p19"/>
          <p:cNvCxnSpPr/>
          <p:nvPr/>
        </p:nvCxnSpPr>
        <p:spPr>
          <a:xfrm flipH="1">
            <a:off x="-237137" y="-94883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7418074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1677925" y="3349071"/>
            <a:ext cx="3714900" cy="107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title" idx="2" hasCustomPrompt="1"/>
          </p:nvPr>
        </p:nvSpPr>
        <p:spPr>
          <a:xfrm>
            <a:off x="3741925" y="1979591"/>
            <a:ext cx="1650900" cy="13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831625" y="4325333"/>
            <a:ext cx="4561200" cy="5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150" name="Google Shape;150;p20"/>
          <p:cNvCxnSpPr/>
          <p:nvPr/>
        </p:nvCxnSpPr>
        <p:spPr>
          <a:xfrm rot="10800000">
            <a:off x="-30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20"/>
          <p:cNvCxnSpPr/>
          <p:nvPr/>
        </p:nvCxnSpPr>
        <p:spPr>
          <a:xfrm rot="10800000">
            <a:off x="-30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" name="Google Shape;152;p20"/>
          <p:cNvCxnSpPr/>
          <p:nvPr/>
        </p:nvCxnSpPr>
        <p:spPr>
          <a:xfrm>
            <a:off x="-112875" y="5306367"/>
            <a:ext cx="1378500" cy="1648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" name="Google Shape;153;p20"/>
          <p:cNvCxnSpPr/>
          <p:nvPr/>
        </p:nvCxnSpPr>
        <p:spPr>
          <a:xfrm>
            <a:off x="7908725" y="-118267"/>
            <a:ext cx="1418700" cy="1419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586439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713225" y="593367"/>
            <a:ext cx="77175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cxnSp>
        <p:nvCxnSpPr>
          <p:cNvPr id="156" name="Google Shape;156;p21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" name="Google Shape;157;p21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" name="Google Shape;158;p21"/>
          <p:cNvCxnSpPr/>
          <p:nvPr/>
        </p:nvCxnSpPr>
        <p:spPr>
          <a:xfrm>
            <a:off x="7207350" y="-204233"/>
            <a:ext cx="2120400" cy="1698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9937361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22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" name="Google Shape;161;p22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" name="Google Shape;162;p22"/>
          <p:cNvCxnSpPr/>
          <p:nvPr/>
        </p:nvCxnSpPr>
        <p:spPr>
          <a:xfrm>
            <a:off x="-250225" y="5435267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p22"/>
          <p:cNvCxnSpPr/>
          <p:nvPr/>
        </p:nvCxnSpPr>
        <p:spPr>
          <a:xfrm>
            <a:off x="7441150" y="-64500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" name="Google Shape;164;p22"/>
          <p:cNvCxnSpPr/>
          <p:nvPr/>
        </p:nvCxnSpPr>
        <p:spPr>
          <a:xfrm flipH="1">
            <a:off x="7454238" y="5404884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" name="Google Shape;165;p22"/>
          <p:cNvCxnSpPr/>
          <p:nvPr/>
        </p:nvCxnSpPr>
        <p:spPr>
          <a:xfrm flipH="1">
            <a:off x="-237137" y="-94883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6" name="Google Shape;166;p22"/>
          <p:cNvSpPr txBox="1">
            <a:spLocks noGrp="1"/>
          </p:cNvSpPr>
          <p:nvPr>
            <p:ph type="title"/>
          </p:nvPr>
        </p:nvSpPr>
        <p:spPr>
          <a:xfrm>
            <a:off x="713225" y="593367"/>
            <a:ext cx="77175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80363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>
            <a:spLocks noGrp="1"/>
          </p:cNvSpPr>
          <p:nvPr>
            <p:ph type="title"/>
          </p:nvPr>
        </p:nvSpPr>
        <p:spPr>
          <a:xfrm>
            <a:off x="1877475" y="593367"/>
            <a:ext cx="538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69" name="Google Shape;169;p23"/>
          <p:cNvSpPr txBox="1">
            <a:spLocks noGrp="1"/>
          </p:cNvSpPr>
          <p:nvPr>
            <p:ph type="subTitle" idx="1"/>
          </p:nvPr>
        </p:nvSpPr>
        <p:spPr>
          <a:xfrm>
            <a:off x="3226708" y="1873853"/>
            <a:ext cx="2486100" cy="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subTitle" idx="2"/>
          </p:nvPr>
        </p:nvSpPr>
        <p:spPr>
          <a:xfrm>
            <a:off x="3226708" y="2408556"/>
            <a:ext cx="24861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1" name="Google Shape;171;p23"/>
          <p:cNvSpPr txBox="1">
            <a:spLocks noGrp="1"/>
          </p:cNvSpPr>
          <p:nvPr>
            <p:ph type="subTitle" idx="3"/>
          </p:nvPr>
        </p:nvSpPr>
        <p:spPr>
          <a:xfrm>
            <a:off x="719108" y="1873853"/>
            <a:ext cx="2486100" cy="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2" name="Google Shape;172;p23"/>
          <p:cNvSpPr txBox="1">
            <a:spLocks noGrp="1"/>
          </p:cNvSpPr>
          <p:nvPr>
            <p:ph type="subTitle" idx="4"/>
          </p:nvPr>
        </p:nvSpPr>
        <p:spPr>
          <a:xfrm>
            <a:off x="719108" y="2408556"/>
            <a:ext cx="24861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3" name="Google Shape;173;p23"/>
          <p:cNvSpPr txBox="1">
            <a:spLocks noGrp="1"/>
          </p:cNvSpPr>
          <p:nvPr>
            <p:ph type="subTitle" idx="5"/>
          </p:nvPr>
        </p:nvSpPr>
        <p:spPr>
          <a:xfrm>
            <a:off x="3226708" y="4228157"/>
            <a:ext cx="2486100" cy="6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4" name="Google Shape;174;p23"/>
          <p:cNvSpPr txBox="1">
            <a:spLocks noGrp="1"/>
          </p:cNvSpPr>
          <p:nvPr>
            <p:ph type="subTitle" idx="6"/>
          </p:nvPr>
        </p:nvSpPr>
        <p:spPr>
          <a:xfrm>
            <a:off x="3226708" y="4753983"/>
            <a:ext cx="24861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5" name="Google Shape;175;p23"/>
          <p:cNvSpPr txBox="1">
            <a:spLocks noGrp="1"/>
          </p:cNvSpPr>
          <p:nvPr>
            <p:ph type="subTitle" idx="7"/>
          </p:nvPr>
        </p:nvSpPr>
        <p:spPr>
          <a:xfrm>
            <a:off x="719108" y="4228157"/>
            <a:ext cx="2486100" cy="6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6" name="Google Shape;176;p23"/>
          <p:cNvSpPr txBox="1">
            <a:spLocks noGrp="1"/>
          </p:cNvSpPr>
          <p:nvPr>
            <p:ph type="subTitle" idx="8"/>
          </p:nvPr>
        </p:nvSpPr>
        <p:spPr>
          <a:xfrm>
            <a:off x="719158" y="4753983"/>
            <a:ext cx="24861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177" name="Google Shape;177;p23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23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8646304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4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" name="Google Shape;181;p24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182;p24"/>
          <p:cNvCxnSpPr/>
          <p:nvPr/>
        </p:nvCxnSpPr>
        <p:spPr>
          <a:xfrm>
            <a:off x="-250225" y="5435267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183;p24"/>
          <p:cNvCxnSpPr/>
          <p:nvPr/>
        </p:nvCxnSpPr>
        <p:spPr>
          <a:xfrm>
            <a:off x="7441150" y="-64500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" name="Google Shape;184;p24"/>
          <p:cNvSpPr txBox="1">
            <a:spLocks noGrp="1"/>
          </p:cNvSpPr>
          <p:nvPr>
            <p:ph type="body" idx="1"/>
          </p:nvPr>
        </p:nvSpPr>
        <p:spPr>
          <a:xfrm>
            <a:off x="5547900" y="4010333"/>
            <a:ext cx="2883000" cy="21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4012019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 number 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>
            <a:spLocks noGrp="1"/>
          </p:cNvSpPr>
          <p:nvPr>
            <p:ph type="title" hasCustomPrompt="1"/>
          </p:nvPr>
        </p:nvSpPr>
        <p:spPr>
          <a:xfrm>
            <a:off x="713225" y="1793833"/>
            <a:ext cx="6120300" cy="21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7" name="Google Shape;187;p25"/>
          <p:cNvSpPr txBox="1">
            <a:spLocks noGrp="1"/>
          </p:cNvSpPr>
          <p:nvPr>
            <p:ph type="subTitle" idx="1"/>
          </p:nvPr>
        </p:nvSpPr>
        <p:spPr>
          <a:xfrm>
            <a:off x="713225" y="4251531"/>
            <a:ext cx="6120300" cy="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188" name="Google Shape;188;p25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" name="Google Shape;189;p25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" name="Google Shape;190;p25"/>
          <p:cNvCxnSpPr/>
          <p:nvPr/>
        </p:nvCxnSpPr>
        <p:spPr>
          <a:xfrm>
            <a:off x="7441150" y="-64500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" name="Google Shape;191;p25"/>
          <p:cNvCxnSpPr/>
          <p:nvPr/>
        </p:nvCxnSpPr>
        <p:spPr>
          <a:xfrm flipH="1">
            <a:off x="7454238" y="5404884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002529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>
            <a:spLocks noGrp="1"/>
          </p:cNvSpPr>
          <p:nvPr>
            <p:ph type="title"/>
          </p:nvPr>
        </p:nvSpPr>
        <p:spPr>
          <a:xfrm>
            <a:off x="4956100" y="3289833"/>
            <a:ext cx="2475300" cy="86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title" idx="2" hasCustomPrompt="1"/>
          </p:nvPr>
        </p:nvSpPr>
        <p:spPr>
          <a:xfrm>
            <a:off x="4956100" y="1869767"/>
            <a:ext cx="1650900" cy="13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195" name="Google Shape;195;p26"/>
          <p:cNvSpPr txBox="1">
            <a:spLocks noGrp="1"/>
          </p:cNvSpPr>
          <p:nvPr>
            <p:ph type="subTitle" idx="1"/>
          </p:nvPr>
        </p:nvSpPr>
        <p:spPr>
          <a:xfrm>
            <a:off x="4956100" y="4155033"/>
            <a:ext cx="2475300" cy="83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196" name="Google Shape;196;p26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6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Google Shape;198;p26"/>
          <p:cNvCxnSpPr/>
          <p:nvPr/>
        </p:nvCxnSpPr>
        <p:spPr>
          <a:xfrm>
            <a:off x="-209600" y="3203267"/>
            <a:ext cx="3144300" cy="3719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686984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>
            <a:spLocks noGrp="1"/>
          </p:cNvSpPr>
          <p:nvPr>
            <p:ph type="title"/>
          </p:nvPr>
        </p:nvSpPr>
        <p:spPr>
          <a:xfrm>
            <a:off x="4373850" y="1259000"/>
            <a:ext cx="2475300" cy="86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01" name="Google Shape;201;p27"/>
          <p:cNvSpPr txBox="1">
            <a:spLocks noGrp="1"/>
          </p:cNvSpPr>
          <p:nvPr>
            <p:ph type="title" idx="2" hasCustomPrompt="1"/>
          </p:nvPr>
        </p:nvSpPr>
        <p:spPr>
          <a:xfrm>
            <a:off x="2294850" y="1462200"/>
            <a:ext cx="1650900" cy="13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202" name="Google Shape;202;p27"/>
          <p:cNvSpPr txBox="1">
            <a:spLocks noGrp="1"/>
          </p:cNvSpPr>
          <p:nvPr>
            <p:ph type="subTitle" idx="1"/>
          </p:nvPr>
        </p:nvSpPr>
        <p:spPr>
          <a:xfrm>
            <a:off x="4373850" y="2124200"/>
            <a:ext cx="2475300" cy="83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203" name="Google Shape;203;p27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204;p27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27"/>
          <p:cNvCxnSpPr/>
          <p:nvPr/>
        </p:nvCxnSpPr>
        <p:spPr>
          <a:xfrm>
            <a:off x="-250225" y="5435267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27"/>
          <p:cNvCxnSpPr/>
          <p:nvPr/>
        </p:nvCxnSpPr>
        <p:spPr>
          <a:xfrm>
            <a:off x="7441150" y="-64500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27"/>
          <p:cNvCxnSpPr/>
          <p:nvPr/>
        </p:nvCxnSpPr>
        <p:spPr>
          <a:xfrm flipH="1">
            <a:off x="7454238" y="5404884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27"/>
          <p:cNvCxnSpPr/>
          <p:nvPr/>
        </p:nvCxnSpPr>
        <p:spPr>
          <a:xfrm flipH="1">
            <a:off x="-237137" y="-94883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5236448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>
            <a:spLocks noGrp="1"/>
          </p:cNvSpPr>
          <p:nvPr>
            <p:ph type="title"/>
          </p:nvPr>
        </p:nvSpPr>
        <p:spPr>
          <a:xfrm>
            <a:off x="1043725" y="1230089"/>
            <a:ext cx="3123000" cy="30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11" name="Google Shape;211;p28"/>
          <p:cNvSpPr txBox="1">
            <a:spLocks noGrp="1"/>
          </p:cNvSpPr>
          <p:nvPr>
            <p:ph type="subTitle" idx="1"/>
          </p:nvPr>
        </p:nvSpPr>
        <p:spPr>
          <a:xfrm>
            <a:off x="1043725" y="4481251"/>
            <a:ext cx="3013500" cy="10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212" name="Google Shape;212;p28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28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8"/>
          <p:cNvCxnSpPr/>
          <p:nvPr/>
        </p:nvCxnSpPr>
        <p:spPr>
          <a:xfrm>
            <a:off x="5322650" y="-107500"/>
            <a:ext cx="4005000" cy="267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161784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>
            <a:spLocks noGrp="1"/>
          </p:cNvSpPr>
          <p:nvPr>
            <p:ph type="title"/>
          </p:nvPr>
        </p:nvSpPr>
        <p:spPr>
          <a:xfrm>
            <a:off x="5310925" y="1283420"/>
            <a:ext cx="3123000" cy="30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subTitle" idx="1"/>
          </p:nvPr>
        </p:nvSpPr>
        <p:spPr>
          <a:xfrm>
            <a:off x="5310925" y="4534580"/>
            <a:ext cx="3013500" cy="10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218" name="Google Shape;218;p29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" name="Google Shape;219;p29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9"/>
          <p:cNvCxnSpPr/>
          <p:nvPr/>
        </p:nvCxnSpPr>
        <p:spPr>
          <a:xfrm>
            <a:off x="-250225" y="5435267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29"/>
          <p:cNvCxnSpPr/>
          <p:nvPr/>
        </p:nvCxnSpPr>
        <p:spPr>
          <a:xfrm>
            <a:off x="7441150" y="-64500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9"/>
          <p:cNvCxnSpPr/>
          <p:nvPr/>
        </p:nvCxnSpPr>
        <p:spPr>
          <a:xfrm flipH="1">
            <a:off x="7454238" y="5404884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" name="Google Shape;223;p29"/>
          <p:cNvCxnSpPr/>
          <p:nvPr/>
        </p:nvCxnSpPr>
        <p:spPr>
          <a:xfrm flipH="1">
            <a:off x="-237137" y="-94883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099817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>
            <a:spLocks noGrp="1"/>
          </p:cNvSpPr>
          <p:nvPr>
            <p:ph type="subTitle" idx="1"/>
          </p:nvPr>
        </p:nvSpPr>
        <p:spPr>
          <a:xfrm>
            <a:off x="3509000" y="3376068"/>
            <a:ext cx="21261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6" name="Google Shape;226;p30"/>
          <p:cNvSpPr txBox="1">
            <a:spLocks noGrp="1"/>
          </p:cNvSpPr>
          <p:nvPr>
            <p:ph type="subTitle" idx="2"/>
          </p:nvPr>
        </p:nvSpPr>
        <p:spPr>
          <a:xfrm>
            <a:off x="3509025" y="3930996"/>
            <a:ext cx="2126100" cy="10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7" name="Google Shape;227;p30"/>
          <p:cNvSpPr txBox="1">
            <a:spLocks noGrp="1"/>
          </p:cNvSpPr>
          <p:nvPr>
            <p:ph type="subTitle" idx="3"/>
          </p:nvPr>
        </p:nvSpPr>
        <p:spPr>
          <a:xfrm>
            <a:off x="953025" y="3376068"/>
            <a:ext cx="21261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8" name="Google Shape;228;p30"/>
          <p:cNvSpPr txBox="1">
            <a:spLocks noGrp="1"/>
          </p:cNvSpPr>
          <p:nvPr>
            <p:ph type="subTitle" idx="4"/>
          </p:nvPr>
        </p:nvSpPr>
        <p:spPr>
          <a:xfrm>
            <a:off x="953125" y="3930996"/>
            <a:ext cx="2126100" cy="10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9" name="Google Shape;229;p30"/>
          <p:cNvSpPr txBox="1">
            <a:spLocks noGrp="1"/>
          </p:cNvSpPr>
          <p:nvPr>
            <p:ph type="subTitle" idx="5"/>
          </p:nvPr>
        </p:nvSpPr>
        <p:spPr>
          <a:xfrm>
            <a:off x="6064875" y="3376068"/>
            <a:ext cx="21261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30" name="Google Shape;230;p30"/>
          <p:cNvSpPr txBox="1">
            <a:spLocks noGrp="1"/>
          </p:cNvSpPr>
          <p:nvPr>
            <p:ph type="subTitle" idx="6"/>
          </p:nvPr>
        </p:nvSpPr>
        <p:spPr>
          <a:xfrm>
            <a:off x="6064875" y="3930996"/>
            <a:ext cx="2126100" cy="10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31" name="Google Shape;231;p30"/>
          <p:cNvSpPr txBox="1">
            <a:spLocks noGrp="1"/>
          </p:cNvSpPr>
          <p:nvPr>
            <p:ph type="title"/>
          </p:nvPr>
        </p:nvSpPr>
        <p:spPr>
          <a:xfrm>
            <a:off x="713225" y="593367"/>
            <a:ext cx="66555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cxnSp>
        <p:nvCxnSpPr>
          <p:cNvPr id="232" name="Google Shape;232;p30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" name="Google Shape;233;p30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1093622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>
            <a:spLocks noGrp="1"/>
          </p:cNvSpPr>
          <p:nvPr>
            <p:ph type="subTitle" idx="1"/>
          </p:nvPr>
        </p:nvSpPr>
        <p:spPr>
          <a:xfrm>
            <a:off x="3509000" y="2258468"/>
            <a:ext cx="21261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36" name="Google Shape;236;p31"/>
          <p:cNvSpPr txBox="1">
            <a:spLocks noGrp="1"/>
          </p:cNvSpPr>
          <p:nvPr>
            <p:ph type="subTitle" idx="2"/>
          </p:nvPr>
        </p:nvSpPr>
        <p:spPr>
          <a:xfrm>
            <a:off x="3509025" y="2813399"/>
            <a:ext cx="21261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37" name="Google Shape;237;p31"/>
          <p:cNvSpPr txBox="1">
            <a:spLocks noGrp="1"/>
          </p:cNvSpPr>
          <p:nvPr>
            <p:ph type="subTitle" idx="3"/>
          </p:nvPr>
        </p:nvSpPr>
        <p:spPr>
          <a:xfrm>
            <a:off x="953025" y="2258468"/>
            <a:ext cx="21261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38" name="Google Shape;238;p31"/>
          <p:cNvSpPr txBox="1">
            <a:spLocks noGrp="1"/>
          </p:cNvSpPr>
          <p:nvPr>
            <p:ph type="subTitle" idx="4"/>
          </p:nvPr>
        </p:nvSpPr>
        <p:spPr>
          <a:xfrm>
            <a:off x="953125" y="2813399"/>
            <a:ext cx="21261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5"/>
          </p:nvPr>
        </p:nvSpPr>
        <p:spPr>
          <a:xfrm>
            <a:off x="6064875" y="2258468"/>
            <a:ext cx="21261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40" name="Google Shape;240;p31"/>
          <p:cNvSpPr txBox="1">
            <a:spLocks noGrp="1"/>
          </p:cNvSpPr>
          <p:nvPr>
            <p:ph type="subTitle" idx="6"/>
          </p:nvPr>
        </p:nvSpPr>
        <p:spPr>
          <a:xfrm>
            <a:off x="6064875" y="2813399"/>
            <a:ext cx="21261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41" name="Google Shape;241;p31"/>
          <p:cNvSpPr txBox="1">
            <a:spLocks noGrp="1"/>
          </p:cNvSpPr>
          <p:nvPr>
            <p:ph type="title"/>
          </p:nvPr>
        </p:nvSpPr>
        <p:spPr>
          <a:xfrm>
            <a:off x="1244250" y="593367"/>
            <a:ext cx="66555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42" name="Google Shape;242;p31"/>
          <p:cNvSpPr txBox="1">
            <a:spLocks noGrp="1"/>
          </p:cNvSpPr>
          <p:nvPr>
            <p:ph type="subTitle" idx="7"/>
          </p:nvPr>
        </p:nvSpPr>
        <p:spPr>
          <a:xfrm>
            <a:off x="3509000" y="4531668"/>
            <a:ext cx="21261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43" name="Google Shape;243;p31"/>
          <p:cNvSpPr txBox="1">
            <a:spLocks noGrp="1"/>
          </p:cNvSpPr>
          <p:nvPr>
            <p:ph type="subTitle" idx="8"/>
          </p:nvPr>
        </p:nvSpPr>
        <p:spPr>
          <a:xfrm>
            <a:off x="3509025" y="5086599"/>
            <a:ext cx="21261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subTitle" idx="9"/>
          </p:nvPr>
        </p:nvSpPr>
        <p:spPr>
          <a:xfrm>
            <a:off x="953025" y="4531668"/>
            <a:ext cx="21261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ubTitle" idx="13"/>
          </p:nvPr>
        </p:nvSpPr>
        <p:spPr>
          <a:xfrm>
            <a:off x="953125" y="5086599"/>
            <a:ext cx="21261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subTitle" idx="14"/>
          </p:nvPr>
        </p:nvSpPr>
        <p:spPr>
          <a:xfrm>
            <a:off x="6064875" y="4531668"/>
            <a:ext cx="21261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subTitle" idx="15"/>
          </p:nvPr>
        </p:nvSpPr>
        <p:spPr>
          <a:xfrm>
            <a:off x="6064875" y="5086599"/>
            <a:ext cx="21261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248" name="Google Shape;248;p31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" name="Google Shape;249;p31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" name="Google Shape;250;p31"/>
          <p:cNvCxnSpPr/>
          <p:nvPr/>
        </p:nvCxnSpPr>
        <p:spPr>
          <a:xfrm>
            <a:off x="-250225" y="5435267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" name="Google Shape;251;p31"/>
          <p:cNvCxnSpPr/>
          <p:nvPr/>
        </p:nvCxnSpPr>
        <p:spPr>
          <a:xfrm>
            <a:off x="7441150" y="-64500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937482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 -">
  <p:cSld name="Title and six columns 1 -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>
            <a:spLocks noGrp="1"/>
          </p:cNvSpPr>
          <p:nvPr>
            <p:ph type="subTitle" idx="1"/>
          </p:nvPr>
        </p:nvSpPr>
        <p:spPr>
          <a:xfrm>
            <a:off x="3414050" y="2285905"/>
            <a:ext cx="2316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54" name="Google Shape;254;p32"/>
          <p:cNvSpPr txBox="1">
            <a:spLocks noGrp="1"/>
          </p:cNvSpPr>
          <p:nvPr>
            <p:ph type="subTitle" idx="2"/>
          </p:nvPr>
        </p:nvSpPr>
        <p:spPr>
          <a:xfrm>
            <a:off x="3564200" y="2832163"/>
            <a:ext cx="2015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55" name="Google Shape;255;p32"/>
          <p:cNvSpPr txBox="1">
            <a:spLocks noGrp="1"/>
          </p:cNvSpPr>
          <p:nvPr>
            <p:ph type="subTitle" idx="3"/>
          </p:nvPr>
        </p:nvSpPr>
        <p:spPr>
          <a:xfrm>
            <a:off x="705725" y="2285905"/>
            <a:ext cx="2316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56" name="Google Shape;256;p32"/>
          <p:cNvSpPr txBox="1">
            <a:spLocks noGrp="1"/>
          </p:cNvSpPr>
          <p:nvPr>
            <p:ph type="subTitle" idx="4"/>
          </p:nvPr>
        </p:nvSpPr>
        <p:spPr>
          <a:xfrm>
            <a:off x="855875" y="2832163"/>
            <a:ext cx="2015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57" name="Google Shape;257;p32"/>
          <p:cNvSpPr txBox="1">
            <a:spLocks noGrp="1"/>
          </p:cNvSpPr>
          <p:nvPr>
            <p:ph type="subTitle" idx="5"/>
          </p:nvPr>
        </p:nvSpPr>
        <p:spPr>
          <a:xfrm>
            <a:off x="6122325" y="2285905"/>
            <a:ext cx="2316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58" name="Google Shape;258;p32"/>
          <p:cNvSpPr txBox="1">
            <a:spLocks noGrp="1"/>
          </p:cNvSpPr>
          <p:nvPr>
            <p:ph type="subTitle" idx="6"/>
          </p:nvPr>
        </p:nvSpPr>
        <p:spPr>
          <a:xfrm>
            <a:off x="6272475" y="2832163"/>
            <a:ext cx="2015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59" name="Google Shape;259;p32"/>
          <p:cNvSpPr txBox="1">
            <a:spLocks noGrp="1"/>
          </p:cNvSpPr>
          <p:nvPr>
            <p:ph type="subTitle" idx="7"/>
          </p:nvPr>
        </p:nvSpPr>
        <p:spPr>
          <a:xfrm>
            <a:off x="3414050" y="4604435"/>
            <a:ext cx="2316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60" name="Google Shape;260;p32"/>
          <p:cNvSpPr txBox="1">
            <a:spLocks noGrp="1"/>
          </p:cNvSpPr>
          <p:nvPr>
            <p:ph type="subTitle" idx="8"/>
          </p:nvPr>
        </p:nvSpPr>
        <p:spPr>
          <a:xfrm>
            <a:off x="3564200" y="5159381"/>
            <a:ext cx="2015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61" name="Google Shape;261;p32"/>
          <p:cNvSpPr txBox="1">
            <a:spLocks noGrp="1"/>
          </p:cNvSpPr>
          <p:nvPr>
            <p:ph type="subTitle" idx="9"/>
          </p:nvPr>
        </p:nvSpPr>
        <p:spPr>
          <a:xfrm>
            <a:off x="705725" y="4604435"/>
            <a:ext cx="2316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62" name="Google Shape;262;p32"/>
          <p:cNvSpPr txBox="1">
            <a:spLocks noGrp="1"/>
          </p:cNvSpPr>
          <p:nvPr>
            <p:ph type="subTitle" idx="13"/>
          </p:nvPr>
        </p:nvSpPr>
        <p:spPr>
          <a:xfrm>
            <a:off x="855875" y="5159381"/>
            <a:ext cx="2015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63" name="Google Shape;263;p32"/>
          <p:cNvSpPr txBox="1">
            <a:spLocks noGrp="1"/>
          </p:cNvSpPr>
          <p:nvPr>
            <p:ph type="subTitle" idx="14"/>
          </p:nvPr>
        </p:nvSpPr>
        <p:spPr>
          <a:xfrm>
            <a:off x="6122325" y="4604435"/>
            <a:ext cx="2316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64" name="Google Shape;264;p32"/>
          <p:cNvSpPr txBox="1">
            <a:spLocks noGrp="1"/>
          </p:cNvSpPr>
          <p:nvPr>
            <p:ph type="subTitle" idx="15"/>
          </p:nvPr>
        </p:nvSpPr>
        <p:spPr>
          <a:xfrm>
            <a:off x="6272475" y="5159381"/>
            <a:ext cx="2015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65" name="Google Shape;265;p32"/>
          <p:cNvSpPr txBox="1">
            <a:spLocks noGrp="1"/>
          </p:cNvSpPr>
          <p:nvPr>
            <p:ph type="title"/>
          </p:nvPr>
        </p:nvSpPr>
        <p:spPr>
          <a:xfrm>
            <a:off x="713225" y="593367"/>
            <a:ext cx="6080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cxnSp>
        <p:nvCxnSpPr>
          <p:cNvPr id="266" name="Google Shape;266;p32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" name="Google Shape;267;p32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7619245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 txBox="1">
            <a:spLocks noGrp="1"/>
          </p:cNvSpPr>
          <p:nvPr>
            <p:ph type="subTitle" idx="1"/>
          </p:nvPr>
        </p:nvSpPr>
        <p:spPr>
          <a:xfrm>
            <a:off x="3414050" y="2285905"/>
            <a:ext cx="2316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70" name="Google Shape;270;p33"/>
          <p:cNvSpPr txBox="1">
            <a:spLocks noGrp="1"/>
          </p:cNvSpPr>
          <p:nvPr>
            <p:ph type="subTitle" idx="2"/>
          </p:nvPr>
        </p:nvSpPr>
        <p:spPr>
          <a:xfrm>
            <a:off x="3564200" y="2832163"/>
            <a:ext cx="2015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71" name="Google Shape;271;p33"/>
          <p:cNvSpPr txBox="1">
            <a:spLocks noGrp="1"/>
          </p:cNvSpPr>
          <p:nvPr>
            <p:ph type="subTitle" idx="3"/>
          </p:nvPr>
        </p:nvSpPr>
        <p:spPr>
          <a:xfrm>
            <a:off x="705725" y="2285905"/>
            <a:ext cx="2316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72" name="Google Shape;272;p33"/>
          <p:cNvSpPr txBox="1">
            <a:spLocks noGrp="1"/>
          </p:cNvSpPr>
          <p:nvPr>
            <p:ph type="subTitle" idx="4"/>
          </p:nvPr>
        </p:nvSpPr>
        <p:spPr>
          <a:xfrm>
            <a:off x="855875" y="2832163"/>
            <a:ext cx="2015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73" name="Google Shape;273;p33"/>
          <p:cNvSpPr txBox="1">
            <a:spLocks noGrp="1"/>
          </p:cNvSpPr>
          <p:nvPr>
            <p:ph type="subTitle" idx="5"/>
          </p:nvPr>
        </p:nvSpPr>
        <p:spPr>
          <a:xfrm>
            <a:off x="6122325" y="2285905"/>
            <a:ext cx="2316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74" name="Google Shape;274;p33"/>
          <p:cNvSpPr txBox="1">
            <a:spLocks noGrp="1"/>
          </p:cNvSpPr>
          <p:nvPr>
            <p:ph type="subTitle" idx="6"/>
          </p:nvPr>
        </p:nvSpPr>
        <p:spPr>
          <a:xfrm>
            <a:off x="6272475" y="2832163"/>
            <a:ext cx="2015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75" name="Google Shape;275;p33"/>
          <p:cNvSpPr txBox="1">
            <a:spLocks noGrp="1"/>
          </p:cNvSpPr>
          <p:nvPr>
            <p:ph type="subTitle" idx="7"/>
          </p:nvPr>
        </p:nvSpPr>
        <p:spPr>
          <a:xfrm>
            <a:off x="2059863" y="4198035"/>
            <a:ext cx="2316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76" name="Google Shape;276;p33"/>
          <p:cNvSpPr txBox="1">
            <a:spLocks noGrp="1"/>
          </p:cNvSpPr>
          <p:nvPr>
            <p:ph type="subTitle" idx="8"/>
          </p:nvPr>
        </p:nvSpPr>
        <p:spPr>
          <a:xfrm>
            <a:off x="2210013" y="4752981"/>
            <a:ext cx="2015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77" name="Google Shape;277;p33"/>
          <p:cNvSpPr txBox="1">
            <a:spLocks noGrp="1"/>
          </p:cNvSpPr>
          <p:nvPr>
            <p:ph type="subTitle" idx="9"/>
          </p:nvPr>
        </p:nvSpPr>
        <p:spPr>
          <a:xfrm>
            <a:off x="4768138" y="4198035"/>
            <a:ext cx="2316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78" name="Google Shape;278;p33"/>
          <p:cNvSpPr txBox="1">
            <a:spLocks noGrp="1"/>
          </p:cNvSpPr>
          <p:nvPr>
            <p:ph type="subTitle" idx="13"/>
          </p:nvPr>
        </p:nvSpPr>
        <p:spPr>
          <a:xfrm>
            <a:off x="4918288" y="4752981"/>
            <a:ext cx="2015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79" name="Google Shape;279;p33"/>
          <p:cNvSpPr txBox="1">
            <a:spLocks noGrp="1"/>
          </p:cNvSpPr>
          <p:nvPr>
            <p:ph type="title"/>
          </p:nvPr>
        </p:nvSpPr>
        <p:spPr>
          <a:xfrm>
            <a:off x="1531650" y="593367"/>
            <a:ext cx="6080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cxnSp>
        <p:nvCxnSpPr>
          <p:cNvPr id="280" name="Google Shape;280;p33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33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" name="Google Shape;282;p33"/>
          <p:cNvCxnSpPr/>
          <p:nvPr/>
        </p:nvCxnSpPr>
        <p:spPr>
          <a:xfrm>
            <a:off x="7441150" y="-64500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" name="Google Shape;283;p33"/>
          <p:cNvCxnSpPr/>
          <p:nvPr/>
        </p:nvCxnSpPr>
        <p:spPr>
          <a:xfrm flipH="1">
            <a:off x="7454238" y="5404884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962929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 txBox="1">
            <a:spLocks noGrp="1"/>
          </p:cNvSpPr>
          <p:nvPr>
            <p:ph type="title"/>
          </p:nvPr>
        </p:nvSpPr>
        <p:spPr>
          <a:xfrm>
            <a:off x="716225" y="1430667"/>
            <a:ext cx="5640600" cy="38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cxnSp>
        <p:nvCxnSpPr>
          <p:cNvPr id="286" name="Google Shape;286;p34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34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" name="Google Shape;288;p34"/>
          <p:cNvCxnSpPr/>
          <p:nvPr/>
        </p:nvCxnSpPr>
        <p:spPr>
          <a:xfrm>
            <a:off x="-250225" y="5435267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" name="Google Shape;289;p34"/>
          <p:cNvCxnSpPr/>
          <p:nvPr/>
        </p:nvCxnSpPr>
        <p:spPr>
          <a:xfrm>
            <a:off x="7441150" y="-64500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" name="Google Shape;290;p34"/>
          <p:cNvCxnSpPr/>
          <p:nvPr/>
        </p:nvCxnSpPr>
        <p:spPr>
          <a:xfrm flipH="1">
            <a:off x="7454238" y="5404884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1" name="Google Shape;291;p34"/>
          <p:cNvCxnSpPr/>
          <p:nvPr/>
        </p:nvCxnSpPr>
        <p:spPr>
          <a:xfrm flipH="1">
            <a:off x="-237137" y="-94883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6503470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 txBox="1">
            <a:spLocks noGrp="1"/>
          </p:cNvSpPr>
          <p:nvPr>
            <p:ph type="subTitle" idx="1"/>
          </p:nvPr>
        </p:nvSpPr>
        <p:spPr>
          <a:xfrm>
            <a:off x="4916850" y="2525600"/>
            <a:ext cx="2316000" cy="6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94" name="Google Shape;294;p35"/>
          <p:cNvSpPr txBox="1">
            <a:spLocks noGrp="1"/>
          </p:cNvSpPr>
          <p:nvPr>
            <p:ph type="subTitle" idx="2"/>
          </p:nvPr>
        </p:nvSpPr>
        <p:spPr>
          <a:xfrm>
            <a:off x="5058900" y="3061964"/>
            <a:ext cx="20319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95" name="Google Shape;295;p35"/>
          <p:cNvSpPr txBox="1">
            <a:spLocks noGrp="1"/>
          </p:cNvSpPr>
          <p:nvPr>
            <p:ph type="subTitle" idx="3"/>
          </p:nvPr>
        </p:nvSpPr>
        <p:spPr>
          <a:xfrm>
            <a:off x="1911150" y="2525600"/>
            <a:ext cx="2316000" cy="6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96" name="Google Shape;296;p35"/>
          <p:cNvSpPr txBox="1">
            <a:spLocks noGrp="1"/>
          </p:cNvSpPr>
          <p:nvPr>
            <p:ph type="subTitle" idx="4"/>
          </p:nvPr>
        </p:nvSpPr>
        <p:spPr>
          <a:xfrm>
            <a:off x="2053300" y="3061964"/>
            <a:ext cx="20319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97" name="Google Shape;297;p35"/>
          <p:cNvSpPr txBox="1">
            <a:spLocks noGrp="1"/>
          </p:cNvSpPr>
          <p:nvPr>
            <p:ph type="subTitle" idx="5"/>
          </p:nvPr>
        </p:nvSpPr>
        <p:spPr>
          <a:xfrm>
            <a:off x="4916850" y="4705203"/>
            <a:ext cx="2316000" cy="6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98" name="Google Shape;298;p35"/>
          <p:cNvSpPr txBox="1">
            <a:spLocks noGrp="1"/>
          </p:cNvSpPr>
          <p:nvPr>
            <p:ph type="subTitle" idx="6"/>
          </p:nvPr>
        </p:nvSpPr>
        <p:spPr>
          <a:xfrm>
            <a:off x="5058900" y="5231644"/>
            <a:ext cx="20319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99" name="Google Shape;299;p35"/>
          <p:cNvSpPr txBox="1">
            <a:spLocks noGrp="1"/>
          </p:cNvSpPr>
          <p:nvPr>
            <p:ph type="subTitle" idx="7"/>
          </p:nvPr>
        </p:nvSpPr>
        <p:spPr>
          <a:xfrm>
            <a:off x="1911150" y="4705203"/>
            <a:ext cx="2316000" cy="6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00" name="Google Shape;300;p35"/>
          <p:cNvSpPr txBox="1">
            <a:spLocks noGrp="1"/>
          </p:cNvSpPr>
          <p:nvPr>
            <p:ph type="subTitle" idx="8"/>
          </p:nvPr>
        </p:nvSpPr>
        <p:spPr>
          <a:xfrm>
            <a:off x="2053200" y="5231644"/>
            <a:ext cx="20319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title"/>
          </p:nvPr>
        </p:nvSpPr>
        <p:spPr>
          <a:xfrm>
            <a:off x="713225" y="593367"/>
            <a:ext cx="64803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cxnSp>
        <p:nvCxnSpPr>
          <p:cNvPr id="302" name="Google Shape;302;p35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3" name="Google Shape;303;p35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1192340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>
            <a:spLocks noGrp="1"/>
          </p:cNvSpPr>
          <p:nvPr>
            <p:ph type="subTitle" idx="1"/>
          </p:nvPr>
        </p:nvSpPr>
        <p:spPr>
          <a:xfrm>
            <a:off x="3571925" y="3872595"/>
            <a:ext cx="2015400" cy="6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06" name="Google Shape;306;p36"/>
          <p:cNvSpPr txBox="1">
            <a:spLocks noGrp="1"/>
          </p:cNvSpPr>
          <p:nvPr>
            <p:ph type="subTitle" idx="2"/>
          </p:nvPr>
        </p:nvSpPr>
        <p:spPr>
          <a:xfrm>
            <a:off x="3571925" y="4408963"/>
            <a:ext cx="2015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07" name="Google Shape;307;p36"/>
          <p:cNvSpPr txBox="1">
            <a:spLocks noGrp="1"/>
          </p:cNvSpPr>
          <p:nvPr>
            <p:ph type="subTitle" idx="3"/>
          </p:nvPr>
        </p:nvSpPr>
        <p:spPr>
          <a:xfrm>
            <a:off x="1088400" y="3872595"/>
            <a:ext cx="2015400" cy="6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08" name="Google Shape;308;p36"/>
          <p:cNvSpPr txBox="1">
            <a:spLocks noGrp="1"/>
          </p:cNvSpPr>
          <p:nvPr>
            <p:ph type="subTitle" idx="4"/>
          </p:nvPr>
        </p:nvSpPr>
        <p:spPr>
          <a:xfrm>
            <a:off x="1088400" y="4408963"/>
            <a:ext cx="2015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09" name="Google Shape;309;p36"/>
          <p:cNvSpPr txBox="1">
            <a:spLocks noGrp="1"/>
          </p:cNvSpPr>
          <p:nvPr>
            <p:ph type="subTitle" idx="5"/>
          </p:nvPr>
        </p:nvSpPr>
        <p:spPr>
          <a:xfrm>
            <a:off x="6055450" y="3872595"/>
            <a:ext cx="2015400" cy="6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10" name="Google Shape;310;p36"/>
          <p:cNvSpPr txBox="1">
            <a:spLocks noGrp="1"/>
          </p:cNvSpPr>
          <p:nvPr>
            <p:ph type="subTitle" idx="6"/>
          </p:nvPr>
        </p:nvSpPr>
        <p:spPr>
          <a:xfrm>
            <a:off x="6055450" y="4408963"/>
            <a:ext cx="2015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11" name="Google Shape;311;p36"/>
          <p:cNvSpPr txBox="1">
            <a:spLocks noGrp="1"/>
          </p:cNvSpPr>
          <p:nvPr>
            <p:ph type="title"/>
          </p:nvPr>
        </p:nvSpPr>
        <p:spPr>
          <a:xfrm>
            <a:off x="713225" y="593367"/>
            <a:ext cx="551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cxnSp>
        <p:nvCxnSpPr>
          <p:cNvPr id="312" name="Google Shape;312;p36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3" name="Google Shape;313;p36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" name="Google Shape;314;p36"/>
          <p:cNvCxnSpPr/>
          <p:nvPr/>
        </p:nvCxnSpPr>
        <p:spPr>
          <a:xfrm>
            <a:off x="7434175" y="-167467"/>
            <a:ext cx="1993200" cy="1773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2927563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Numbers and text 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6" name="Google Shape;316;p37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" name="Google Shape;317;p37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" name="Google Shape;318;p37"/>
          <p:cNvCxnSpPr/>
          <p:nvPr/>
        </p:nvCxnSpPr>
        <p:spPr>
          <a:xfrm>
            <a:off x="-250225" y="5435267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" name="Google Shape;319;p37"/>
          <p:cNvCxnSpPr/>
          <p:nvPr/>
        </p:nvCxnSpPr>
        <p:spPr>
          <a:xfrm>
            <a:off x="7441150" y="-64500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" name="Google Shape;320;p37"/>
          <p:cNvCxnSpPr/>
          <p:nvPr/>
        </p:nvCxnSpPr>
        <p:spPr>
          <a:xfrm flipH="1">
            <a:off x="7454238" y="5404884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" name="Google Shape;321;p37"/>
          <p:cNvCxnSpPr/>
          <p:nvPr/>
        </p:nvCxnSpPr>
        <p:spPr>
          <a:xfrm flipH="1">
            <a:off x="-237137" y="-94883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2" name="Google Shape;322;p37"/>
          <p:cNvSpPr txBox="1">
            <a:spLocks noGrp="1"/>
          </p:cNvSpPr>
          <p:nvPr>
            <p:ph type="title"/>
          </p:nvPr>
        </p:nvSpPr>
        <p:spPr>
          <a:xfrm>
            <a:off x="2780100" y="593367"/>
            <a:ext cx="3583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23" name="Google Shape;323;p37"/>
          <p:cNvSpPr txBox="1">
            <a:spLocks noGrp="1"/>
          </p:cNvSpPr>
          <p:nvPr>
            <p:ph type="subTitle" idx="1"/>
          </p:nvPr>
        </p:nvSpPr>
        <p:spPr>
          <a:xfrm>
            <a:off x="5306650" y="2280253"/>
            <a:ext cx="2486100" cy="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24" name="Google Shape;324;p37"/>
          <p:cNvSpPr txBox="1">
            <a:spLocks noGrp="1"/>
          </p:cNvSpPr>
          <p:nvPr>
            <p:ph type="subTitle" idx="2"/>
          </p:nvPr>
        </p:nvSpPr>
        <p:spPr>
          <a:xfrm>
            <a:off x="5306650" y="2814956"/>
            <a:ext cx="24861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25" name="Google Shape;325;p37"/>
          <p:cNvSpPr txBox="1">
            <a:spLocks noGrp="1"/>
          </p:cNvSpPr>
          <p:nvPr>
            <p:ph type="subTitle" idx="3"/>
          </p:nvPr>
        </p:nvSpPr>
        <p:spPr>
          <a:xfrm>
            <a:off x="1351250" y="2280253"/>
            <a:ext cx="2486100" cy="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26" name="Google Shape;326;p37"/>
          <p:cNvSpPr txBox="1">
            <a:spLocks noGrp="1"/>
          </p:cNvSpPr>
          <p:nvPr>
            <p:ph type="subTitle" idx="4"/>
          </p:nvPr>
        </p:nvSpPr>
        <p:spPr>
          <a:xfrm>
            <a:off x="1351250" y="2814956"/>
            <a:ext cx="24861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27" name="Google Shape;327;p37"/>
          <p:cNvSpPr txBox="1">
            <a:spLocks noGrp="1"/>
          </p:cNvSpPr>
          <p:nvPr>
            <p:ph type="subTitle" idx="5"/>
          </p:nvPr>
        </p:nvSpPr>
        <p:spPr>
          <a:xfrm>
            <a:off x="5306650" y="4736157"/>
            <a:ext cx="2486100" cy="6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28" name="Google Shape;328;p37"/>
          <p:cNvSpPr txBox="1">
            <a:spLocks noGrp="1"/>
          </p:cNvSpPr>
          <p:nvPr>
            <p:ph type="subTitle" idx="6"/>
          </p:nvPr>
        </p:nvSpPr>
        <p:spPr>
          <a:xfrm>
            <a:off x="5306650" y="5261983"/>
            <a:ext cx="24861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29" name="Google Shape;329;p37"/>
          <p:cNvSpPr txBox="1">
            <a:spLocks noGrp="1"/>
          </p:cNvSpPr>
          <p:nvPr>
            <p:ph type="subTitle" idx="7"/>
          </p:nvPr>
        </p:nvSpPr>
        <p:spPr>
          <a:xfrm>
            <a:off x="1351250" y="4736157"/>
            <a:ext cx="2486100" cy="6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30" name="Google Shape;330;p37"/>
          <p:cNvSpPr txBox="1">
            <a:spLocks noGrp="1"/>
          </p:cNvSpPr>
          <p:nvPr>
            <p:ph type="subTitle" idx="8"/>
          </p:nvPr>
        </p:nvSpPr>
        <p:spPr>
          <a:xfrm>
            <a:off x="1351300" y="5261983"/>
            <a:ext cx="24861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31" name="Google Shape;331;p37"/>
          <p:cNvSpPr txBox="1">
            <a:spLocks noGrp="1"/>
          </p:cNvSpPr>
          <p:nvPr>
            <p:ph type="title" idx="9" hasCustomPrompt="1"/>
          </p:nvPr>
        </p:nvSpPr>
        <p:spPr>
          <a:xfrm>
            <a:off x="1351250" y="1508567"/>
            <a:ext cx="2486100" cy="8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2" name="Google Shape;332;p37"/>
          <p:cNvSpPr txBox="1">
            <a:spLocks noGrp="1"/>
          </p:cNvSpPr>
          <p:nvPr>
            <p:ph type="title" idx="13" hasCustomPrompt="1"/>
          </p:nvPr>
        </p:nvSpPr>
        <p:spPr>
          <a:xfrm>
            <a:off x="5306650" y="1508567"/>
            <a:ext cx="2486100" cy="8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3" name="Google Shape;333;p37"/>
          <p:cNvSpPr txBox="1">
            <a:spLocks noGrp="1"/>
          </p:cNvSpPr>
          <p:nvPr>
            <p:ph type="title" idx="14" hasCustomPrompt="1"/>
          </p:nvPr>
        </p:nvSpPr>
        <p:spPr>
          <a:xfrm>
            <a:off x="1351300" y="3952751"/>
            <a:ext cx="2486100" cy="8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4" name="Google Shape;334;p37"/>
          <p:cNvSpPr txBox="1">
            <a:spLocks noGrp="1"/>
          </p:cNvSpPr>
          <p:nvPr>
            <p:ph type="title" idx="15" hasCustomPrompt="1"/>
          </p:nvPr>
        </p:nvSpPr>
        <p:spPr>
          <a:xfrm>
            <a:off x="5306650" y="3952751"/>
            <a:ext cx="2486100" cy="8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16207968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8"/>
          <p:cNvSpPr txBox="1">
            <a:spLocks noGrp="1"/>
          </p:cNvSpPr>
          <p:nvPr>
            <p:ph type="subTitle" idx="1"/>
          </p:nvPr>
        </p:nvSpPr>
        <p:spPr>
          <a:xfrm>
            <a:off x="3718325" y="4392265"/>
            <a:ext cx="16428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37" name="Google Shape;337;p38"/>
          <p:cNvSpPr txBox="1">
            <a:spLocks noGrp="1"/>
          </p:cNvSpPr>
          <p:nvPr>
            <p:ph type="subTitle" idx="2"/>
          </p:nvPr>
        </p:nvSpPr>
        <p:spPr>
          <a:xfrm>
            <a:off x="3617675" y="4938529"/>
            <a:ext cx="18441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38" name="Google Shape;338;p38"/>
          <p:cNvSpPr txBox="1">
            <a:spLocks noGrp="1"/>
          </p:cNvSpPr>
          <p:nvPr>
            <p:ph type="subTitle" idx="3"/>
          </p:nvPr>
        </p:nvSpPr>
        <p:spPr>
          <a:xfrm>
            <a:off x="1328025" y="4392265"/>
            <a:ext cx="16428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39" name="Google Shape;339;p38"/>
          <p:cNvSpPr txBox="1">
            <a:spLocks noGrp="1"/>
          </p:cNvSpPr>
          <p:nvPr>
            <p:ph type="subTitle" idx="4"/>
          </p:nvPr>
        </p:nvSpPr>
        <p:spPr>
          <a:xfrm>
            <a:off x="1227426" y="4938529"/>
            <a:ext cx="18441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40" name="Google Shape;340;p38"/>
          <p:cNvSpPr txBox="1">
            <a:spLocks noGrp="1"/>
          </p:cNvSpPr>
          <p:nvPr>
            <p:ph type="subTitle" idx="5"/>
          </p:nvPr>
        </p:nvSpPr>
        <p:spPr>
          <a:xfrm>
            <a:off x="6108550" y="4392265"/>
            <a:ext cx="16431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41" name="Google Shape;341;p38"/>
          <p:cNvSpPr txBox="1">
            <a:spLocks noGrp="1"/>
          </p:cNvSpPr>
          <p:nvPr>
            <p:ph type="subTitle" idx="6"/>
          </p:nvPr>
        </p:nvSpPr>
        <p:spPr>
          <a:xfrm>
            <a:off x="6008050" y="4938529"/>
            <a:ext cx="18441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42" name="Google Shape;342;p38"/>
          <p:cNvSpPr txBox="1">
            <a:spLocks noGrp="1"/>
          </p:cNvSpPr>
          <p:nvPr>
            <p:ph type="title"/>
          </p:nvPr>
        </p:nvSpPr>
        <p:spPr>
          <a:xfrm>
            <a:off x="713225" y="593367"/>
            <a:ext cx="3188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cxnSp>
        <p:nvCxnSpPr>
          <p:cNvPr id="343" name="Google Shape;343;p38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4" name="Google Shape;344;p38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441888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9"/>
          <p:cNvSpPr txBox="1">
            <a:spLocks noGrp="1"/>
          </p:cNvSpPr>
          <p:nvPr>
            <p:ph type="subTitle" idx="1"/>
          </p:nvPr>
        </p:nvSpPr>
        <p:spPr>
          <a:xfrm>
            <a:off x="4750175" y="2176995"/>
            <a:ext cx="20148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47" name="Google Shape;347;p39"/>
          <p:cNvSpPr txBox="1">
            <a:spLocks noGrp="1"/>
          </p:cNvSpPr>
          <p:nvPr>
            <p:ph type="subTitle" idx="2"/>
          </p:nvPr>
        </p:nvSpPr>
        <p:spPr>
          <a:xfrm>
            <a:off x="4750184" y="2713363"/>
            <a:ext cx="201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48" name="Google Shape;348;p39"/>
          <p:cNvSpPr txBox="1">
            <a:spLocks noGrp="1"/>
          </p:cNvSpPr>
          <p:nvPr>
            <p:ph type="subTitle" idx="3"/>
          </p:nvPr>
        </p:nvSpPr>
        <p:spPr>
          <a:xfrm>
            <a:off x="2306450" y="2176995"/>
            <a:ext cx="20148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49" name="Google Shape;349;p39"/>
          <p:cNvSpPr txBox="1">
            <a:spLocks noGrp="1"/>
          </p:cNvSpPr>
          <p:nvPr>
            <p:ph type="subTitle" idx="4"/>
          </p:nvPr>
        </p:nvSpPr>
        <p:spPr>
          <a:xfrm>
            <a:off x="2306462" y="2713363"/>
            <a:ext cx="201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50" name="Google Shape;350;p39"/>
          <p:cNvSpPr txBox="1">
            <a:spLocks noGrp="1"/>
          </p:cNvSpPr>
          <p:nvPr>
            <p:ph type="subTitle" idx="5"/>
          </p:nvPr>
        </p:nvSpPr>
        <p:spPr>
          <a:xfrm>
            <a:off x="4750175" y="4083031"/>
            <a:ext cx="20148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51" name="Google Shape;351;p39"/>
          <p:cNvSpPr txBox="1">
            <a:spLocks noGrp="1"/>
          </p:cNvSpPr>
          <p:nvPr>
            <p:ph type="subTitle" idx="6"/>
          </p:nvPr>
        </p:nvSpPr>
        <p:spPr>
          <a:xfrm>
            <a:off x="4750184" y="4628063"/>
            <a:ext cx="201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52" name="Google Shape;352;p39"/>
          <p:cNvSpPr txBox="1">
            <a:spLocks noGrp="1"/>
          </p:cNvSpPr>
          <p:nvPr>
            <p:ph type="subTitle" idx="7"/>
          </p:nvPr>
        </p:nvSpPr>
        <p:spPr>
          <a:xfrm>
            <a:off x="2306450" y="4083031"/>
            <a:ext cx="20148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53" name="Google Shape;353;p39"/>
          <p:cNvSpPr txBox="1">
            <a:spLocks noGrp="1"/>
          </p:cNvSpPr>
          <p:nvPr>
            <p:ph type="subTitle" idx="8"/>
          </p:nvPr>
        </p:nvSpPr>
        <p:spPr>
          <a:xfrm>
            <a:off x="2306462" y="4628063"/>
            <a:ext cx="201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54" name="Google Shape;354;p39"/>
          <p:cNvSpPr txBox="1">
            <a:spLocks noGrp="1"/>
          </p:cNvSpPr>
          <p:nvPr>
            <p:ph type="title"/>
          </p:nvPr>
        </p:nvSpPr>
        <p:spPr>
          <a:xfrm>
            <a:off x="713225" y="593367"/>
            <a:ext cx="2785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cxnSp>
        <p:nvCxnSpPr>
          <p:cNvPr id="355" name="Google Shape;355;p39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6" name="Google Shape;356;p39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7103380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8" name="Google Shape;358;p40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9" name="Google Shape;359;p40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0" name="Google Shape;360;p40"/>
          <p:cNvCxnSpPr/>
          <p:nvPr/>
        </p:nvCxnSpPr>
        <p:spPr>
          <a:xfrm>
            <a:off x="-250225" y="5435267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1" name="Google Shape;361;p40"/>
          <p:cNvCxnSpPr/>
          <p:nvPr/>
        </p:nvCxnSpPr>
        <p:spPr>
          <a:xfrm>
            <a:off x="7441150" y="-64500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2" name="Google Shape;362;p40"/>
          <p:cNvCxnSpPr/>
          <p:nvPr/>
        </p:nvCxnSpPr>
        <p:spPr>
          <a:xfrm flipH="1">
            <a:off x="7454238" y="5404884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3" name="Google Shape;363;p40"/>
          <p:cNvCxnSpPr/>
          <p:nvPr/>
        </p:nvCxnSpPr>
        <p:spPr>
          <a:xfrm flipH="1">
            <a:off x="-237137" y="-94883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4" name="Google Shape;364;p40"/>
          <p:cNvSpPr txBox="1">
            <a:spLocks noGrp="1"/>
          </p:cNvSpPr>
          <p:nvPr>
            <p:ph type="subTitle" idx="1"/>
          </p:nvPr>
        </p:nvSpPr>
        <p:spPr>
          <a:xfrm>
            <a:off x="728750" y="1483829"/>
            <a:ext cx="20148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65" name="Google Shape;365;p40"/>
          <p:cNvSpPr txBox="1">
            <a:spLocks noGrp="1"/>
          </p:cNvSpPr>
          <p:nvPr>
            <p:ph type="subTitle" idx="2"/>
          </p:nvPr>
        </p:nvSpPr>
        <p:spPr>
          <a:xfrm>
            <a:off x="728762" y="2020199"/>
            <a:ext cx="201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66" name="Google Shape;366;p40"/>
          <p:cNvSpPr txBox="1">
            <a:spLocks noGrp="1"/>
          </p:cNvSpPr>
          <p:nvPr>
            <p:ph type="subTitle" idx="3"/>
          </p:nvPr>
        </p:nvSpPr>
        <p:spPr>
          <a:xfrm>
            <a:off x="728750" y="2715181"/>
            <a:ext cx="20148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67" name="Google Shape;367;p40"/>
          <p:cNvSpPr txBox="1">
            <a:spLocks noGrp="1"/>
          </p:cNvSpPr>
          <p:nvPr>
            <p:ph type="subTitle" idx="4"/>
          </p:nvPr>
        </p:nvSpPr>
        <p:spPr>
          <a:xfrm>
            <a:off x="728762" y="3260213"/>
            <a:ext cx="201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68" name="Google Shape;368;p40"/>
          <p:cNvSpPr txBox="1">
            <a:spLocks noGrp="1"/>
          </p:cNvSpPr>
          <p:nvPr>
            <p:ph type="title"/>
          </p:nvPr>
        </p:nvSpPr>
        <p:spPr>
          <a:xfrm>
            <a:off x="1531650" y="593367"/>
            <a:ext cx="6080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69" name="Google Shape;369;p40"/>
          <p:cNvSpPr txBox="1">
            <a:spLocks noGrp="1"/>
          </p:cNvSpPr>
          <p:nvPr>
            <p:ph type="subTitle" idx="5"/>
          </p:nvPr>
        </p:nvSpPr>
        <p:spPr>
          <a:xfrm>
            <a:off x="728750" y="3996300"/>
            <a:ext cx="20148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70" name="Google Shape;370;p40"/>
          <p:cNvSpPr txBox="1">
            <a:spLocks noGrp="1"/>
          </p:cNvSpPr>
          <p:nvPr>
            <p:ph type="subTitle" idx="6"/>
          </p:nvPr>
        </p:nvSpPr>
        <p:spPr>
          <a:xfrm>
            <a:off x="728762" y="4541332"/>
            <a:ext cx="201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149936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1"/>
          <p:cNvSpPr txBox="1">
            <a:spLocks noGrp="1"/>
          </p:cNvSpPr>
          <p:nvPr>
            <p:ph type="title" hasCustomPrompt="1"/>
          </p:nvPr>
        </p:nvSpPr>
        <p:spPr>
          <a:xfrm>
            <a:off x="2592925" y="952800"/>
            <a:ext cx="39582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3" name="Google Shape;373;p41"/>
          <p:cNvSpPr txBox="1">
            <a:spLocks noGrp="1"/>
          </p:cNvSpPr>
          <p:nvPr>
            <p:ph type="subTitle" idx="1"/>
          </p:nvPr>
        </p:nvSpPr>
        <p:spPr>
          <a:xfrm>
            <a:off x="2364984" y="1795200"/>
            <a:ext cx="4414200" cy="5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74" name="Google Shape;374;p41"/>
          <p:cNvSpPr txBox="1">
            <a:spLocks noGrp="1"/>
          </p:cNvSpPr>
          <p:nvPr>
            <p:ph type="title" idx="2" hasCustomPrompt="1"/>
          </p:nvPr>
        </p:nvSpPr>
        <p:spPr>
          <a:xfrm>
            <a:off x="2592925" y="2750700"/>
            <a:ext cx="39582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5" name="Google Shape;375;p41"/>
          <p:cNvSpPr txBox="1">
            <a:spLocks noGrp="1"/>
          </p:cNvSpPr>
          <p:nvPr>
            <p:ph type="subTitle" idx="3"/>
          </p:nvPr>
        </p:nvSpPr>
        <p:spPr>
          <a:xfrm>
            <a:off x="2364984" y="3593100"/>
            <a:ext cx="4414200" cy="5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76" name="Google Shape;376;p41"/>
          <p:cNvSpPr txBox="1">
            <a:spLocks noGrp="1"/>
          </p:cNvSpPr>
          <p:nvPr>
            <p:ph type="title" idx="4" hasCustomPrompt="1"/>
          </p:nvPr>
        </p:nvSpPr>
        <p:spPr>
          <a:xfrm>
            <a:off x="2592925" y="4548600"/>
            <a:ext cx="39582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7" name="Google Shape;377;p41"/>
          <p:cNvSpPr txBox="1">
            <a:spLocks noGrp="1"/>
          </p:cNvSpPr>
          <p:nvPr>
            <p:ph type="subTitle" idx="5"/>
          </p:nvPr>
        </p:nvSpPr>
        <p:spPr>
          <a:xfrm>
            <a:off x="2364950" y="5391000"/>
            <a:ext cx="4414200" cy="5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378" name="Google Shape;378;p41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9" name="Google Shape;379;p41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1194537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2"/>
          <p:cNvSpPr txBox="1">
            <a:spLocks noGrp="1"/>
          </p:cNvSpPr>
          <p:nvPr>
            <p:ph type="subTitle" idx="1"/>
          </p:nvPr>
        </p:nvSpPr>
        <p:spPr>
          <a:xfrm>
            <a:off x="5700609" y="2779025"/>
            <a:ext cx="27645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82" name="Google Shape;382;p42"/>
          <p:cNvSpPr txBox="1">
            <a:spLocks noGrp="1"/>
          </p:cNvSpPr>
          <p:nvPr>
            <p:ph type="subTitle" idx="2"/>
          </p:nvPr>
        </p:nvSpPr>
        <p:spPr>
          <a:xfrm>
            <a:off x="5700621" y="3315392"/>
            <a:ext cx="27645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83" name="Google Shape;383;p42"/>
          <p:cNvSpPr txBox="1">
            <a:spLocks noGrp="1"/>
          </p:cNvSpPr>
          <p:nvPr>
            <p:ph type="subTitle" idx="3"/>
          </p:nvPr>
        </p:nvSpPr>
        <p:spPr>
          <a:xfrm>
            <a:off x="1973988" y="1202845"/>
            <a:ext cx="27645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84" name="Google Shape;384;p42"/>
          <p:cNvSpPr txBox="1">
            <a:spLocks noGrp="1"/>
          </p:cNvSpPr>
          <p:nvPr>
            <p:ph type="subTitle" idx="4"/>
          </p:nvPr>
        </p:nvSpPr>
        <p:spPr>
          <a:xfrm>
            <a:off x="1973988" y="1739213"/>
            <a:ext cx="27645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85" name="Google Shape;385;p42"/>
          <p:cNvSpPr txBox="1">
            <a:spLocks noGrp="1"/>
          </p:cNvSpPr>
          <p:nvPr>
            <p:ph type="subTitle" idx="5"/>
          </p:nvPr>
        </p:nvSpPr>
        <p:spPr>
          <a:xfrm>
            <a:off x="1973988" y="4387833"/>
            <a:ext cx="27645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86" name="Google Shape;386;p42"/>
          <p:cNvSpPr txBox="1">
            <a:spLocks noGrp="1"/>
          </p:cNvSpPr>
          <p:nvPr>
            <p:ph type="subTitle" idx="6"/>
          </p:nvPr>
        </p:nvSpPr>
        <p:spPr>
          <a:xfrm>
            <a:off x="1973988" y="4932865"/>
            <a:ext cx="27645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387" name="Google Shape;387;p42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8" name="Google Shape;388;p42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9" name="Google Shape;389;p42"/>
          <p:cNvCxnSpPr/>
          <p:nvPr/>
        </p:nvCxnSpPr>
        <p:spPr>
          <a:xfrm>
            <a:off x="-250225" y="5435267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0" name="Google Shape;390;p42"/>
          <p:cNvCxnSpPr/>
          <p:nvPr/>
        </p:nvCxnSpPr>
        <p:spPr>
          <a:xfrm>
            <a:off x="7441150" y="-64500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1" name="Google Shape;391;p42"/>
          <p:cNvCxnSpPr/>
          <p:nvPr/>
        </p:nvCxnSpPr>
        <p:spPr>
          <a:xfrm flipH="1">
            <a:off x="7454238" y="5404884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2" name="Google Shape;392;p42"/>
          <p:cNvSpPr txBox="1">
            <a:spLocks noGrp="1"/>
          </p:cNvSpPr>
          <p:nvPr>
            <p:ph type="title" hasCustomPrompt="1"/>
          </p:nvPr>
        </p:nvSpPr>
        <p:spPr>
          <a:xfrm>
            <a:off x="733000" y="1485933"/>
            <a:ext cx="11181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93" name="Google Shape;393;p42"/>
          <p:cNvSpPr txBox="1">
            <a:spLocks noGrp="1"/>
          </p:cNvSpPr>
          <p:nvPr>
            <p:ph type="title" idx="7" hasCustomPrompt="1"/>
          </p:nvPr>
        </p:nvSpPr>
        <p:spPr>
          <a:xfrm>
            <a:off x="733000" y="4670900"/>
            <a:ext cx="11181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94" name="Google Shape;394;p42"/>
          <p:cNvSpPr txBox="1">
            <a:spLocks noGrp="1"/>
          </p:cNvSpPr>
          <p:nvPr>
            <p:ph type="title" idx="8" hasCustomPrompt="1"/>
          </p:nvPr>
        </p:nvSpPr>
        <p:spPr>
          <a:xfrm>
            <a:off x="4441002" y="3035317"/>
            <a:ext cx="11181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48987943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>
            <a:spLocks noGrp="1"/>
          </p:cNvSpPr>
          <p:nvPr>
            <p:ph type="title"/>
          </p:nvPr>
        </p:nvSpPr>
        <p:spPr>
          <a:xfrm>
            <a:off x="803750" y="2720661"/>
            <a:ext cx="4087500" cy="8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97" name="Google Shape;397;p43"/>
          <p:cNvSpPr txBox="1">
            <a:spLocks noGrp="1"/>
          </p:cNvSpPr>
          <p:nvPr>
            <p:ph type="subTitle" idx="1"/>
          </p:nvPr>
        </p:nvSpPr>
        <p:spPr>
          <a:xfrm>
            <a:off x="803750" y="3591367"/>
            <a:ext cx="3159300" cy="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398" name="Google Shape;398;p43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9" name="Google Shape;399;p43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8333443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4"/>
          <p:cNvSpPr txBox="1">
            <a:spLocks noGrp="1"/>
          </p:cNvSpPr>
          <p:nvPr>
            <p:ph type="title"/>
          </p:nvPr>
        </p:nvSpPr>
        <p:spPr>
          <a:xfrm>
            <a:off x="4490150" y="2730300"/>
            <a:ext cx="3364200" cy="8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2" name="Google Shape;402;p44"/>
          <p:cNvSpPr txBox="1">
            <a:spLocks noGrp="1"/>
          </p:cNvSpPr>
          <p:nvPr>
            <p:ph type="subTitle" idx="1"/>
          </p:nvPr>
        </p:nvSpPr>
        <p:spPr>
          <a:xfrm>
            <a:off x="4855550" y="3593100"/>
            <a:ext cx="2998800" cy="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403" name="Google Shape;403;p44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4" name="Google Shape;404;p44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36096484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 txBox="1">
            <a:spLocks noGrp="1"/>
          </p:cNvSpPr>
          <p:nvPr>
            <p:ph type="subTitle" idx="1"/>
          </p:nvPr>
        </p:nvSpPr>
        <p:spPr>
          <a:xfrm>
            <a:off x="4166800" y="1938033"/>
            <a:ext cx="3957600" cy="38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3810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07" name="Google Shape;407;p45"/>
          <p:cNvSpPr txBox="1">
            <a:spLocks noGrp="1"/>
          </p:cNvSpPr>
          <p:nvPr>
            <p:ph type="title"/>
          </p:nvPr>
        </p:nvSpPr>
        <p:spPr>
          <a:xfrm>
            <a:off x="713225" y="593367"/>
            <a:ext cx="4502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cxnSp>
        <p:nvCxnSpPr>
          <p:cNvPr id="408" name="Google Shape;408;p45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9" name="Google Shape;409;p45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0" name="Google Shape;410;p45"/>
          <p:cNvCxnSpPr/>
          <p:nvPr/>
        </p:nvCxnSpPr>
        <p:spPr>
          <a:xfrm flipH="1">
            <a:off x="6772150" y="4884600"/>
            <a:ext cx="2823300" cy="2177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044827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2" name="Google Shape;412;p46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3" name="Google Shape;413;p46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4" name="Google Shape;414;p46"/>
          <p:cNvCxnSpPr/>
          <p:nvPr/>
        </p:nvCxnSpPr>
        <p:spPr>
          <a:xfrm>
            <a:off x="-250225" y="5435267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5" name="Google Shape;415;p46"/>
          <p:cNvCxnSpPr/>
          <p:nvPr/>
        </p:nvCxnSpPr>
        <p:spPr>
          <a:xfrm>
            <a:off x="7441150" y="-64500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6" name="Google Shape;416;p46"/>
          <p:cNvCxnSpPr/>
          <p:nvPr/>
        </p:nvCxnSpPr>
        <p:spPr>
          <a:xfrm flipH="1">
            <a:off x="7454238" y="5404884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7" name="Google Shape;417;p46"/>
          <p:cNvCxnSpPr/>
          <p:nvPr/>
        </p:nvCxnSpPr>
        <p:spPr>
          <a:xfrm flipH="1">
            <a:off x="-237137" y="-94883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8" name="Google Shape;418;p46"/>
          <p:cNvSpPr txBox="1">
            <a:spLocks noGrp="1"/>
          </p:cNvSpPr>
          <p:nvPr>
            <p:ph type="title"/>
          </p:nvPr>
        </p:nvSpPr>
        <p:spPr>
          <a:xfrm>
            <a:off x="1531650" y="593367"/>
            <a:ext cx="6080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19" name="Google Shape;419;p46"/>
          <p:cNvSpPr txBox="1">
            <a:spLocks noGrp="1"/>
          </p:cNvSpPr>
          <p:nvPr>
            <p:ph type="subTitle" idx="1"/>
          </p:nvPr>
        </p:nvSpPr>
        <p:spPr>
          <a:xfrm>
            <a:off x="4525188" y="2050217"/>
            <a:ext cx="3957600" cy="38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3810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20" name="Google Shape;420;p46"/>
          <p:cNvSpPr txBox="1">
            <a:spLocks noGrp="1"/>
          </p:cNvSpPr>
          <p:nvPr>
            <p:ph type="subTitle" idx="2"/>
          </p:nvPr>
        </p:nvSpPr>
        <p:spPr>
          <a:xfrm>
            <a:off x="661213" y="2050217"/>
            <a:ext cx="3957600" cy="38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3810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995631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7"/>
          <p:cNvSpPr txBox="1">
            <a:spLocks noGrp="1"/>
          </p:cNvSpPr>
          <p:nvPr>
            <p:ph type="subTitle" idx="1"/>
          </p:nvPr>
        </p:nvSpPr>
        <p:spPr>
          <a:xfrm>
            <a:off x="4816075" y="4821833"/>
            <a:ext cx="29421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23" name="Google Shape;423;p47"/>
          <p:cNvSpPr txBox="1">
            <a:spLocks noGrp="1"/>
          </p:cNvSpPr>
          <p:nvPr>
            <p:ph type="subTitle" idx="2"/>
          </p:nvPr>
        </p:nvSpPr>
        <p:spPr>
          <a:xfrm>
            <a:off x="4816200" y="5275167"/>
            <a:ext cx="2941800" cy="8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24" name="Google Shape;424;p47"/>
          <p:cNvSpPr txBox="1">
            <a:spLocks noGrp="1"/>
          </p:cNvSpPr>
          <p:nvPr>
            <p:ph type="subTitle" idx="3"/>
          </p:nvPr>
        </p:nvSpPr>
        <p:spPr>
          <a:xfrm>
            <a:off x="1385829" y="4821833"/>
            <a:ext cx="29421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25" name="Google Shape;425;p47"/>
          <p:cNvSpPr txBox="1">
            <a:spLocks noGrp="1"/>
          </p:cNvSpPr>
          <p:nvPr>
            <p:ph type="subTitle" idx="4"/>
          </p:nvPr>
        </p:nvSpPr>
        <p:spPr>
          <a:xfrm>
            <a:off x="1386025" y="5275167"/>
            <a:ext cx="2941800" cy="8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26" name="Google Shape;426;p47"/>
          <p:cNvSpPr txBox="1">
            <a:spLocks noGrp="1"/>
          </p:cNvSpPr>
          <p:nvPr>
            <p:ph type="title"/>
          </p:nvPr>
        </p:nvSpPr>
        <p:spPr>
          <a:xfrm>
            <a:off x="713225" y="593367"/>
            <a:ext cx="27291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cxnSp>
        <p:nvCxnSpPr>
          <p:cNvPr id="427" name="Google Shape;427;p47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8" name="Google Shape;428;p47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7782976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4">
  <p:cSld name="Title and three columns 4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8"/>
          <p:cNvSpPr txBox="1">
            <a:spLocks noGrp="1"/>
          </p:cNvSpPr>
          <p:nvPr>
            <p:ph type="title"/>
          </p:nvPr>
        </p:nvSpPr>
        <p:spPr>
          <a:xfrm>
            <a:off x="1244250" y="593367"/>
            <a:ext cx="66555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31" name="Google Shape;431;p48"/>
          <p:cNvSpPr txBox="1">
            <a:spLocks noGrp="1"/>
          </p:cNvSpPr>
          <p:nvPr>
            <p:ph type="subTitle" idx="1"/>
          </p:nvPr>
        </p:nvSpPr>
        <p:spPr>
          <a:xfrm>
            <a:off x="3509000" y="4531668"/>
            <a:ext cx="21261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32" name="Google Shape;432;p48"/>
          <p:cNvSpPr txBox="1">
            <a:spLocks noGrp="1"/>
          </p:cNvSpPr>
          <p:nvPr>
            <p:ph type="subTitle" idx="2"/>
          </p:nvPr>
        </p:nvSpPr>
        <p:spPr>
          <a:xfrm>
            <a:off x="3509025" y="5086600"/>
            <a:ext cx="2126100" cy="11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33" name="Google Shape;433;p48"/>
          <p:cNvSpPr txBox="1">
            <a:spLocks noGrp="1"/>
          </p:cNvSpPr>
          <p:nvPr>
            <p:ph type="subTitle" idx="3"/>
          </p:nvPr>
        </p:nvSpPr>
        <p:spPr>
          <a:xfrm>
            <a:off x="953025" y="4531668"/>
            <a:ext cx="21261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34" name="Google Shape;434;p48"/>
          <p:cNvSpPr txBox="1">
            <a:spLocks noGrp="1"/>
          </p:cNvSpPr>
          <p:nvPr>
            <p:ph type="subTitle" idx="4"/>
          </p:nvPr>
        </p:nvSpPr>
        <p:spPr>
          <a:xfrm>
            <a:off x="953125" y="5086601"/>
            <a:ext cx="2126100" cy="11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35" name="Google Shape;435;p48"/>
          <p:cNvSpPr txBox="1">
            <a:spLocks noGrp="1"/>
          </p:cNvSpPr>
          <p:nvPr>
            <p:ph type="subTitle" idx="5"/>
          </p:nvPr>
        </p:nvSpPr>
        <p:spPr>
          <a:xfrm>
            <a:off x="6064875" y="4531668"/>
            <a:ext cx="21261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36" name="Google Shape;436;p48"/>
          <p:cNvSpPr txBox="1">
            <a:spLocks noGrp="1"/>
          </p:cNvSpPr>
          <p:nvPr>
            <p:ph type="subTitle" idx="6"/>
          </p:nvPr>
        </p:nvSpPr>
        <p:spPr>
          <a:xfrm>
            <a:off x="6064875" y="5086600"/>
            <a:ext cx="2126100" cy="11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437" name="Google Shape;437;p48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8" name="Google Shape;438;p48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9" name="Google Shape;439;p48"/>
          <p:cNvCxnSpPr/>
          <p:nvPr/>
        </p:nvCxnSpPr>
        <p:spPr>
          <a:xfrm>
            <a:off x="-250225" y="5435267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0" name="Google Shape;440;p48"/>
          <p:cNvCxnSpPr/>
          <p:nvPr/>
        </p:nvCxnSpPr>
        <p:spPr>
          <a:xfrm>
            <a:off x="7441150" y="-64500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39612344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9"/>
          <p:cNvSpPr txBox="1">
            <a:spLocks noGrp="1"/>
          </p:cNvSpPr>
          <p:nvPr>
            <p:ph type="title"/>
          </p:nvPr>
        </p:nvSpPr>
        <p:spPr>
          <a:xfrm>
            <a:off x="2832900" y="1054933"/>
            <a:ext cx="3478200" cy="12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43" name="Google Shape;443;p49"/>
          <p:cNvSpPr txBox="1">
            <a:spLocks noGrp="1"/>
          </p:cNvSpPr>
          <p:nvPr>
            <p:ph type="subTitle" idx="1"/>
          </p:nvPr>
        </p:nvSpPr>
        <p:spPr>
          <a:xfrm>
            <a:off x="2983350" y="2332567"/>
            <a:ext cx="3177300" cy="12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44" name="Google Shape;444;p49"/>
          <p:cNvSpPr txBox="1"/>
          <p:nvPr/>
        </p:nvSpPr>
        <p:spPr>
          <a:xfrm>
            <a:off x="2900450" y="4584367"/>
            <a:ext cx="3343200" cy="9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CREDITS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This presentation template was created by </a:t>
            </a:r>
            <a:r>
              <a:rPr lang="en" sz="1100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100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lang="en" sz="1100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5" name="Google Shape;445;p49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6" name="Google Shape;446;p49"/>
          <p:cNvCxnSpPr/>
          <p:nvPr/>
        </p:nvCxnSpPr>
        <p:spPr>
          <a:xfrm>
            <a:off x="-257975" y="5247167"/>
            <a:ext cx="3047400" cy="1795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7" name="Google Shape;447;p49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8" name="Google Shape;448;p49"/>
          <p:cNvCxnSpPr/>
          <p:nvPr/>
        </p:nvCxnSpPr>
        <p:spPr>
          <a:xfrm>
            <a:off x="6467450" y="-96733"/>
            <a:ext cx="3047400" cy="1795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571097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07235220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67467"/>
            <a:ext cx="1993200" cy="1773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5257967"/>
            <a:ext cx="1993200" cy="1773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86635183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4884600"/>
            <a:ext cx="2823300" cy="2177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8865698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3654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6503267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5435267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64500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5404884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94883"/>
            <a:ext cx="19269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8876135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80385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02277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6"/>
          <p:cNvSpPr txBox="1">
            <a:spLocks noGrp="1"/>
          </p:cNvSpPr>
          <p:nvPr>
            <p:ph type="title"/>
          </p:nvPr>
        </p:nvSpPr>
        <p:spPr>
          <a:xfrm>
            <a:off x="1048350" y="431800"/>
            <a:ext cx="70473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3627654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3549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93367"/>
            <a:ext cx="77175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536633"/>
            <a:ext cx="77175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33854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4"/>
          <p:cNvSpPr txBox="1">
            <a:spLocks noGrp="1"/>
          </p:cNvSpPr>
          <p:nvPr>
            <p:ph type="title"/>
          </p:nvPr>
        </p:nvSpPr>
        <p:spPr>
          <a:xfrm>
            <a:off x="1068100" y="1244600"/>
            <a:ext cx="70473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70" name="Google Shape;470;p54"/>
          <p:cNvSpPr txBox="1">
            <a:spLocks noGrp="1"/>
          </p:cNvSpPr>
          <p:nvPr>
            <p:ph type="body" idx="1"/>
          </p:nvPr>
        </p:nvSpPr>
        <p:spPr>
          <a:xfrm>
            <a:off x="1068100" y="2260600"/>
            <a:ext cx="70473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3871233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7"/>
          <p:cNvSpPr txBox="1">
            <a:spLocks noGrp="1"/>
          </p:cNvSpPr>
          <p:nvPr>
            <p:ph type="title"/>
          </p:nvPr>
        </p:nvSpPr>
        <p:spPr>
          <a:xfrm>
            <a:off x="1068100" y="1244600"/>
            <a:ext cx="70473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76" name="Google Shape;476;p57"/>
          <p:cNvSpPr txBox="1">
            <a:spLocks noGrp="1"/>
          </p:cNvSpPr>
          <p:nvPr>
            <p:ph type="body" idx="1"/>
          </p:nvPr>
        </p:nvSpPr>
        <p:spPr>
          <a:xfrm>
            <a:off x="1068100" y="2260600"/>
            <a:ext cx="70473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084308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7"/>
            <a:ext cx="7772400" cy="1470025"/>
          </a:xfrm>
        </p:spPr>
        <p:txBody>
          <a:bodyPr>
            <a:noAutofit/>
          </a:bodyPr>
          <a:lstStyle/>
          <a:p>
            <a:r>
              <a:rPr sz="4000" dirty="0" err="1"/>
              <a:t>Моделирование</a:t>
            </a:r>
            <a:r>
              <a:rPr sz="4000" dirty="0"/>
              <a:t> </a:t>
            </a:r>
            <a:r>
              <a:rPr sz="4000" dirty="0" err="1"/>
              <a:t>работы</a:t>
            </a:r>
            <a:r>
              <a:rPr sz="4000" dirty="0"/>
              <a:t> </a:t>
            </a:r>
            <a:r>
              <a:rPr sz="4000" dirty="0" err="1"/>
              <a:t>аптеки</a:t>
            </a:r>
            <a:r>
              <a:rPr sz="4000" dirty="0"/>
              <a:t>: </a:t>
            </a:r>
            <a:r>
              <a:rPr sz="4000" dirty="0" err="1"/>
              <a:t>Диаграмма</a:t>
            </a:r>
            <a:r>
              <a:rPr sz="4000" dirty="0"/>
              <a:t> </a:t>
            </a:r>
            <a:r>
              <a:rPr sz="4000" dirty="0" err="1"/>
              <a:t>вариантов</a:t>
            </a:r>
            <a:r>
              <a:rPr sz="4000" dirty="0"/>
              <a:t> </a:t>
            </a:r>
            <a:r>
              <a:rPr sz="4000" dirty="0" err="1"/>
              <a:t>использования</a:t>
            </a:r>
            <a:r>
              <a:rPr sz="4000" dirty="0"/>
              <a:t> и </a:t>
            </a:r>
            <a:r>
              <a:rPr sz="4000" dirty="0" err="1"/>
              <a:t>спецификация</a:t>
            </a:r>
            <a:r>
              <a:rPr sz="4000" dirty="0"/>
              <a:t> </a:t>
            </a:r>
            <a:r>
              <a:rPr sz="4000" dirty="0" err="1"/>
              <a:t>функций</a:t>
            </a:r>
            <a:endParaRPr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355" y="4487197"/>
            <a:ext cx="7251290" cy="1752600"/>
          </a:xfrm>
        </p:spPr>
        <p:txBody>
          <a:bodyPr/>
          <a:lstStyle/>
          <a:p>
            <a:r>
              <a:rPr sz="2000" dirty="0" err="1"/>
              <a:t>Выполнил</a:t>
            </a:r>
            <a:r>
              <a:rPr sz="2000" dirty="0"/>
              <a:t>:</a:t>
            </a:r>
            <a:r>
              <a:rPr lang="en-US" sz="2000" dirty="0"/>
              <a:t> </a:t>
            </a:r>
            <a:r>
              <a:rPr lang="ru-RU" sz="2000" dirty="0"/>
              <a:t>студент группы ИНБО-20-23</a:t>
            </a:r>
          </a:p>
          <a:p>
            <a:r>
              <a:rPr lang="ru-RU" sz="2000" dirty="0"/>
              <a:t>Боргачев Тимофей Максимович</a:t>
            </a:r>
          </a:p>
          <a:p>
            <a:r>
              <a:rPr lang="ru-RU" sz="2000" dirty="0"/>
              <a:t>Вариант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Постановка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5064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ru-RU" sz="2400" dirty="0"/>
              <a:t>Цель работы: изучение основных элементов и правил построения диаграммы вариантов использования.</a:t>
            </a:r>
          </a:p>
          <a:p>
            <a:r>
              <a:rPr lang="ru-RU" sz="2400" dirty="0"/>
              <a:t>Задание: описать функции рассматриваемой системы с помощью диаграммы вариантов использования.</a:t>
            </a:r>
          </a:p>
          <a:p>
            <a:r>
              <a:rPr lang="ru-RU" sz="2400" dirty="0"/>
              <a:t>Индивидуальный вариант - моделирование работы аптеки.</a:t>
            </a:r>
          </a:p>
          <a:p>
            <a:r>
              <a:rPr sz="2400" dirty="0" err="1"/>
              <a:t>Описание</a:t>
            </a:r>
            <a:r>
              <a:rPr sz="2400" dirty="0"/>
              <a:t>: </a:t>
            </a:r>
            <a:r>
              <a:rPr lang="ru-RU" sz="2400" dirty="0"/>
              <a:t>к</a:t>
            </a:r>
            <a:r>
              <a:rPr sz="2400" dirty="0" err="1"/>
              <a:t>лиент</a:t>
            </a:r>
            <a:r>
              <a:rPr sz="2400" dirty="0"/>
              <a:t> </a:t>
            </a:r>
            <a:r>
              <a:rPr sz="2400" dirty="0" err="1"/>
              <a:t>покупает</a:t>
            </a:r>
            <a:r>
              <a:rPr sz="2400" dirty="0"/>
              <a:t>, </a:t>
            </a:r>
            <a:r>
              <a:rPr sz="2400" dirty="0" err="1"/>
              <a:t>заказывает</a:t>
            </a:r>
            <a:r>
              <a:rPr sz="2400" dirty="0"/>
              <a:t> </a:t>
            </a:r>
            <a:r>
              <a:rPr sz="2400" dirty="0" err="1"/>
              <a:t>или</a:t>
            </a:r>
            <a:r>
              <a:rPr sz="2400" dirty="0"/>
              <a:t> </a:t>
            </a:r>
            <a:r>
              <a:rPr sz="2400" dirty="0" err="1"/>
              <a:t>возвращает</a:t>
            </a:r>
            <a:r>
              <a:rPr sz="2400" dirty="0"/>
              <a:t> </a:t>
            </a:r>
            <a:r>
              <a:rPr sz="2400" dirty="0" err="1"/>
              <a:t>товар</a:t>
            </a:r>
            <a:r>
              <a:rPr sz="2400" dirty="0"/>
              <a:t>. </a:t>
            </a:r>
            <a:r>
              <a:rPr sz="2400" dirty="0" err="1"/>
              <a:t>Участвуют</a:t>
            </a:r>
            <a:r>
              <a:rPr sz="2400" dirty="0"/>
              <a:t> </a:t>
            </a:r>
            <a:r>
              <a:rPr sz="2400" dirty="0" err="1"/>
              <a:t>фармацевт</a:t>
            </a:r>
            <a:r>
              <a:rPr sz="2400" dirty="0"/>
              <a:t> и </a:t>
            </a:r>
            <a:r>
              <a:rPr sz="2400" dirty="0" err="1"/>
              <a:t>кассир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A4881C-570F-3D02-4BFD-3BADAB5D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93" y="274638"/>
            <a:ext cx="8568813" cy="1143000"/>
          </a:xfrm>
        </p:spPr>
        <p:txBody>
          <a:bodyPr>
            <a:normAutofit/>
          </a:bodyPr>
          <a:lstStyle/>
          <a:p>
            <a:r>
              <a:rPr lang="ru-RU" dirty="0"/>
              <a:t>Диаграмма вариантов использования в банковской системе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0A9AC9-3377-72D6-05D4-CC1646DE30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73632" y="1428966"/>
            <a:ext cx="6475096" cy="480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544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48" y="89619"/>
            <a:ext cx="9355394" cy="1143000"/>
          </a:xfrm>
        </p:spPr>
        <p:txBody>
          <a:bodyPr>
            <a:noAutofit/>
          </a:bodyPr>
          <a:lstStyle/>
          <a:p>
            <a:r>
              <a:rPr sz="2800" dirty="0" err="1"/>
              <a:t>Диаграмма</a:t>
            </a:r>
            <a:r>
              <a:rPr sz="2800" dirty="0"/>
              <a:t> </a:t>
            </a:r>
            <a:r>
              <a:rPr sz="2800" dirty="0" err="1"/>
              <a:t>вариантов</a:t>
            </a:r>
            <a:r>
              <a:rPr sz="2800" dirty="0"/>
              <a:t> </a:t>
            </a:r>
            <a:r>
              <a:rPr sz="2800" dirty="0" err="1"/>
              <a:t>использования</a:t>
            </a:r>
            <a:r>
              <a:rPr lang="ru-RU" sz="2800" dirty="0"/>
              <a:t> системы «Моделирование работы чат-бота для аптеки</a:t>
            </a:r>
            <a:r>
              <a:rPr lang="ru-RU" sz="2400" dirty="0"/>
              <a:t>»</a:t>
            </a:r>
            <a:endParaRPr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D4CFD0-17B7-B725-225D-1D64F11D2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606" y="1232619"/>
            <a:ext cx="7070161" cy="54071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 err="1"/>
              <a:t>Построен</a:t>
            </a:r>
            <a:r>
              <a:rPr lang="ru-RU" sz="2400" dirty="0"/>
              <a:t>а</a:t>
            </a:r>
            <a:r>
              <a:rPr sz="2400" dirty="0"/>
              <a:t> </a:t>
            </a:r>
            <a:r>
              <a:rPr sz="2400" dirty="0" err="1"/>
              <a:t>диаграмм</a:t>
            </a:r>
            <a:r>
              <a:rPr lang="ru-RU" sz="2400" dirty="0"/>
              <a:t>а</a:t>
            </a:r>
            <a:r>
              <a:rPr sz="2400" dirty="0"/>
              <a:t> </a:t>
            </a:r>
            <a:r>
              <a:rPr sz="2400" dirty="0" err="1"/>
              <a:t>вариантов</a:t>
            </a:r>
            <a:r>
              <a:rPr sz="2400" dirty="0"/>
              <a:t> </a:t>
            </a:r>
            <a:r>
              <a:rPr sz="2400" dirty="0" err="1"/>
              <a:t>использования</a:t>
            </a:r>
            <a:r>
              <a:rPr lang="ru-RU" sz="2400" dirty="0"/>
              <a:t> банковской системы</a:t>
            </a:r>
            <a:r>
              <a:rPr sz="2400" dirty="0"/>
              <a:t>.</a:t>
            </a:r>
          </a:p>
          <a:p>
            <a:r>
              <a:rPr lang="ru-RU" sz="2400" dirty="0"/>
              <a:t>Построена диаграмма вариантов использования системы «Моделирование работы чат-бота для аптеки».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Стандартная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Minimalist Business Slides XL by Slidesgo</Template>
  <TotalTime>28</TotalTime>
  <Words>109</Words>
  <Application>Microsoft Office PowerPoint</Application>
  <PresentationFormat>Экран (4:3)</PresentationFormat>
  <Paragraphs>14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5</vt:i4>
      </vt:variant>
    </vt:vector>
  </HeadingPairs>
  <TitlesOfParts>
    <vt:vector size="21" baseType="lpstr">
      <vt:lpstr>Arial</vt:lpstr>
      <vt:lpstr>Crimson Text</vt:lpstr>
      <vt:lpstr>Josefin Sans</vt:lpstr>
      <vt:lpstr>Lato</vt:lpstr>
      <vt:lpstr>Mako</vt:lpstr>
      <vt:lpstr>Merriweather Light</vt:lpstr>
      <vt:lpstr>Montserrat</vt:lpstr>
      <vt:lpstr>Open Sans</vt:lpstr>
      <vt:lpstr>Open Sans SemiBold</vt:lpstr>
      <vt:lpstr>Proxima Nova</vt:lpstr>
      <vt:lpstr>Proxima Nova Semibold</vt:lpstr>
      <vt:lpstr>Russo One</vt:lpstr>
      <vt:lpstr>Vidaloka</vt:lpstr>
      <vt:lpstr>Minimalist Business Slides XL by Slidesgo</vt:lpstr>
      <vt:lpstr>Slidesgo Final Pages</vt:lpstr>
      <vt:lpstr>1_Slidesgo Final Pages</vt:lpstr>
      <vt:lpstr>Моделирование работы аптеки: Диаграмма вариантов использования и спецификация функций</vt:lpstr>
      <vt:lpstr>Постановка задачи</vt:lpstr>
      <vt:lpstr>Диаграмма вариантов использования в банковской системе</vt:lpstr>
      <vt:lpstr>Диаграмма вариантов использования системы «Моделирование работы чат-бота для аптеки»</vt:lpstr>
      <vt:lpstr>Выводы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Тимофей Боргачев</cp:lastModifiedBy>
  <cp:revision>23</cp:revision>
  <dcterms:created xsi:type="dcterms:W3CDTF">2013-01-27T09:14:16Z</dcterms:created>
  <dcterms:modified xsi:type="dcterms:W3CDTF">2025-03-01T03:45:58Z</dcterms:modified>
  <cp:category/>
</cp:coreProperties>
</file>