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8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88560" autoAdjust="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C4239-F7CE-4007-9659-6B3321B82BEC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087C7-F456-4363-8B4B-5FEAD9161C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64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9A7FA-5773-88F7-296C-049910EE6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AEE62B-71E1-8F98-2F93-5E74CBB7E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5B14E1-1E14-B515-6230-7D5ED718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C5C4A7-222D-DA3D-5DFE-32499F48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363EDE-2C15-D255-420A-A3B7FCB4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40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E0335-84A1-06BD-D4D0-22F9C152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3AD8C4-5FF3-5744-969C-914213809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713D2F-4200-BBF9-6FB2-88C6F6FF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EFF0A8-9136-1336-81E3-5751DFEC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1F43A-6F5D-A982-2876-9B3228F0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89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F7424-67D4-477E-30F4-735D7FBF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A2D58-EBB7-31F9-8249-F785C00B3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9AD1BA-EC25-B9E3-D77F-ACF4FD618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6DCDD3-50E8-223D-F884-3657B0CC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9E9E01-4874-7B25-06D4-C02F4057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05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4ACAD-0CBA-2DE3-73E9-B57158BC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5019D3-5907-716A-099B-42B4C3401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FF9AC2-10B0-FFF7-8287-CD8DB5BCD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419E1C-6CC6-1851-E840-5EAB7A3E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FFA14C-B0EE-B960-CE22-E1086EA4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B51858-1ECB-907D-4B48-2811AB216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58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BF15C-4945-9155-B926-B1D7065A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6B0510-B753-3300-33EC-CF3B1BB1C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B75580-2402-6D28-B542-D737FF1AD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BCA0DD-27E4-AB4B-5882-A04F6149E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9F2799-064C-88F5-83E6-A8186684A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6B1E95-EDC2-6D97-240D-B29B40A6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B009213-6BD4-B39B-FC80-B862BCF18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E84EE74-83F7-A337-3FC9-C767EA5D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58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478B9-F3FC-E5AE-328E-F6A9096A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887172A-785E-B138-84A7-565079E7E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362C85-E62E-1390-9775-7FECE46B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11A300-530B-D881-D33C-19DCBE09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41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A8BC1B-C549-38B2-8055-4A1BFC2F4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CA85547-A9E0-EE2F-1325-4B14304C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ED9657-F031-FB21-D3F3-E2C28D87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51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41564-4AA6-DE50-E155-0E27891C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31BAFE-0B1C-4FE2-7AC9-A1DFBCF45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5483F4-15DC-6381-C255-B50499F91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4C9D6E-5B89-F241-CF80-99FCDDC0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3BC5A9-6B51-7028-EA1E-E1F95D8E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8DD425-6DD3-50F5-6EEA-C8DF6271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39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7B25AC-AFC0-460C-E962-B878C3E7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6E00F4-24DF-C95F-B34A-061CD0045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699F5E-BB63-A2DD-42C0-190C11A61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492C5B-5C20-FB80-D361-E10924BE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818766-CF97-DBAE-966F-5BC91967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FBAC2B-A30C-28C6-BF7F-59933978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2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6DA6D-5FF5-5395-BFA4-D6A78533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C115B4-6D56-D5FA-A4DC-05C6758A0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49ED8E-C8D1-62DC-641F-45DE2E7E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AC3F4A-C7B4-8117-4071-C28CE157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066853-E6C2-3B8C-77F2-2779FD30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97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2E057C-B853-31B6-65C5-A71A02053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FE209F-3482-995C-A39F-EA4DE56C2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3B1EC8-66FB-6670-A67D-9631BFC1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DBB2AD-35AA-498D-6669-227F1269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100DFB-06FB-C501-4B94-51F11D31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75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440F7-1F77-AAFF-211E-5F6BB575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281B7F-28E0-A1C6-BB9A-410CF5D74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0EA6D8-B92B-0C75-734B-78FDD4B38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1744B-C440-D945-B2AD-69A0E3577F1F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ECFEC0-C7A7-72B2-3154-E4E4E2221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B33F9D-CE57-83B4-460B-036C24DDF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FA387-4F00-0A4B-8E4B-DD2C7EC86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20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55211-447D-CAB8-F205-7E88BE0E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49220"/>
          </a:xfrm>
        </p:spPr>
        <p:txBody>
          <a:bodyPr>
            <a:normAutofit/>
          </a:bodyPr>
          <a:lstStyle/>
          <a:p>
            <a:pPr algn="ctr"/>
            <a:r>
              <a:rPr lang="ru-RU" sz="32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Итоговый проект по дисциплине «Анализ и концептуальное моделирование систем»</a:t>
            </a:r>
            <a:br>
              <a:rPr lang="ru-RU" sz="32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</a:br>
            <a:br>
              <a:rPr lang="ru-RU" sz="32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</a:br>
            <a:r>
              <a:rPr lang="ru-RU" sz="32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По теме</a:t>
            </a:r>
            <a:r>
              <a:rPr lang="en-US" sz="32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: </a:t>
            </a:r>
            <a:r>
              <a:rPr lang="ru-RU" sz="3200" kern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«Моделирование работы аптеки»</a:t>
            </a:r>
            <a:endParaRPr lang="ru-RU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CA469-73F6-44F2-BBB7-C15F8FB3FE8C}"/>
              </a:ext>
            </a:extLst>
          </p:cNvPr>
          <p:cNvSpPr txBox="1"/>
          <p:nvPr/>
        </p:nvSpPr>
        <p:spPr>
          <a:xfrm>
            <a:off x="596463" y="4883357"/>
            <a:ext cx="60556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+mj-lt"/>
              </a:rPr>
              <a:t>Выполнил студент группы ИНБО-20-23</a:t>
            </a:r>
          </a:p>
          <a:p>
            <a:r>
              <a:rPr lang="ru-RU" sz="2800" dirty="0">
                <a:latin typeface="+mj-lt"/>
              </a:rPr>
              <a:t>Боргачев Тимофей Максимович</a:t>
            </a:r>
          </a:p>
        </p:txBody>
      </p:sp>
    </p:spTree>
    <p:extLst>
      <p:ext uri="{BB962C8B-B14F-4D97-AF65-F5344CB8AC3E}">
        <p14:creationId xmlns:p14="http://schemas.microsoft.com/office/powerpoint/2010/main" val="271696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Бизнес-проблема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EBD111-01B3-028E-28CC-3587C6CC235B}"/>
              </a:ext>
            </a:extLst>
          </p:cNvPr>
          <p:cNvSpPr txBox="1"/>
          <p:nvPr/>
        </p:nvSpPr>
        <p:spPr>
          <a:xfrm>
            <a:off x="9008811" y="1432905"/>
            <a:ext cx="30807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Отсутствие возможности получения фармацевтической онлайн-консультации.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82A4B6B-3560-326E-99B9-96C29E3CD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69" y="1432905"/>
            <a:ext cx="8717149" cy="48575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262498-5BCA-2978-CAC5-E68BB3C41A35}"/>
              </a:ext>
            </a:extLst>
          </p:cNvPr>
          <p:cNvSpPr txBox="1"/>
          <p:nvPr/>
        </p:nvSpPr>
        <p:spPr>
          <a:xfrm>
            <a:off x="9008811" y="2901328"/>
            <a:ext cx="3237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Возможным решением проблемы является создание чат-бота, предоставляющего услуги консультации.</a:t>
            </a:r>
          </a:p>
        </p:txBody>
      </p:sp>
    </p:spTree>
    <p:extLst>
      <p:ext uri="{BB962C8B-B14F-4D97-AF65-F5344CB8AC3E}">
        <p14:creationId xmlns:p14="http://schemas.microsoft.com/office/powerpoint/2010/main" val="372239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Бизнес-требования к системе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209AC-5206-9A6A-F06E-3452F6016E37}"/>
              </a:ext>
            </a:extLst>
          </p:cNvPr>
          <p:cNvSpPr txBox="1"/>
          <p:nvPr/>
        </p:nvSpPr>
        <p:spPr>
          <a:xfrm>
            <a:off x="1051034" y="1690688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•	Система должна предоставлять услуги консультации пользователям автоматизировано</a:t>
            </a:r>
          </a:p>
          <a:p>
            <a:r>
              <a:rPr lang="ru-RU" sz="2400" dirty="0"/>
              <a:t>•	Система должна подбирать препарат по синдромам, описанным пользователем</a:t>
            </a:r>
          </a:p>
          <a:p>
            <a:r>
              <a:rPr lang="ru-RU" sz="2400" dirty="0"/>
              <a:t>•	Система должна предлагать пользователям аналоги каждого препарата</a:t>
            </a:r>
          </a:p>
          <a:p>
            <a:r>
              <a:rPr lang="ru-RU" sz="2400" dirty="0"/>
              <a:t>•	Система должна подсчитывать итоговую стоимость курса лечения</a:t>
            </a:r>
          </a:p>
          <a:p>
            <a:r>
              <a:rPr lang="ru-RU" sz="2400" dirty="0"/>
              <a:t>•	Система должна учитывать дозировки препаратов и их объем</a:t>
            </a:r>
          </a:p>
        </p:txBody>
      </p:sp>
    </p:spTree>
    <p:extLst>
      <p:ext uri="{BB962C8B-B14F-4D97-AF65-F5344CB8AC3E}">
        <p14:creationId xmlns:p14="http://schemas.microsoft.com/office/powerpoint/2010/main" val="410724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Системные требования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50EA0-7F56-0E50-F509-60802E1446AA}"/>
              </a:ext>
            </a:extLst>
          </p:cNvPr>
          <p:cNvSpPr txBox="1"/>
          <p:nvPr/>
        </p:nvSpPr>
        <p:spPr>
          <a:xfrm>
            <a:off x="987972" y="1562761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•	Чат-бот в мобильном приложении аптеки</a:t>
            </a:r>
          </a:p>
          <a:p>
            <a:r>
              <a:rPr lang="ru-RU" sz="2400" dirty="0"/>
              <a:t>•	Связь с единой медицинской информационно-аналитической системой</a:t>
            </a:r>
          </a:p>
          <a:p>
            <a:r>
              <a:rPr lang="ru-RU" sz="2400" dirty="0"/>
              <a:t>•	Административная панель управления чат-ботом</a:t>
            </a:r>
          </a:p>
          <a:p>
            <a:r>
              <a:rPr lang="ru-RU" sz="2400" dirty="0"/>
              <a:t>•	Работа с базой данных лекарственных препаратов</a:t>
            </a:r>
          </a:p>
          <a:p>
            <a:r>
              <a:rPr lang="ru-RU" sz="2400" dirty="0"/>
              <a:t>•	Интеграция искусственного интеллекта для анализа подбора курса лечения</a:t>
            </a:r>
          </a:p>
          <a:p>
            <a:r>
              <a:rPr lang="ru-RU" sz="2400" dirty="0"/>
              <a:t>•	Связь с онлайн-корзиной приложения </a:t>
            </a:r>
          </a:p>
        </p:txBody>
      </p:sp>
    </p:spTree>
    <p:extLst>
      <p:ext uri="{BB962C8B-B14F-4D97-AF65-F5344CB8AC3E}">
        <p14:creationId xmlns:p14="http://schemas.microsoft.com/office/powerpoint/2010/main" val="183511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Нефункциональные требования: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5207B6-A3D4-AEC7-22F6-9021AF6D0F29}"/>
              </a:ext>
            </a:extLst>
          </p:cNvPr>
          <p:cNvSpPr txBox="1"/>
          <p:nvPr/>
        </p:nvSpPr>
        <p:spPr>
          <a:xfrm>
            <a:off x="945931" y="1847727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•	Система должна быть доступна в состояние «онлайн» круглосуточно с временем простоя не более 0,1% в месяц</a:t>
            </a:r>
          </a:p>
          <a:p>
            <a:r>
              <a:rPr lang="ru-RU" sz="2000" dirty="0"/>
              <a:t>•	Система должна обеспечивать резервное копирование данных каждые 24 часа.</a:t>
            </a:r>
          </a:p>
          <a:p>
            <a:r>
              <a:rPr lang="ru-RU" sz="2000" dirty="0"/>
              <a:t>•	Система должна обрабатывать запросы пользователей в режиме реального времени</a:t>
            </a:r>
          </a:p>
          <a:p>
            <a:r>
              <a:rPr lang="ru-RU" sz="2000" dirty="0"/>
              <a:t>•	Система должна быть способна поддерживать увеличение числа пользователей без снижения производительности</a:t>
            </a:r>
          </a:p>
          <a:p>
            <a:r>
              <a:rPr lang="ru-RU" sz="2000" dirty="0"/>
              <a:t>•	Система должна обеспечивать защиту персональных данных пользователей и конфиденциальность их медицинской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40617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Диаграмма вариантов использования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BDEAD1-EA79-FC84-DC18-3D3BE63A2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236" y="964214"/>
            <a:ext cx="5661309" cy="575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9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 анализа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6D0455A-03AD-1905-CF0E-B9343EC40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" b="814"/>
          <a:stretch>
            <a:fillRect/>
          </a:stretch>
        </p:blipFill>
        <p:spPr bwMode="auto">
          <a:xfrm>
            <a:off x="2673602" y="1407334"/>
            <a:ext cx="6365295" cy="49688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5888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798"/>
            <a:ext cx="10515600" cy="1325563"/>
          </a:xfrm>
        </p:spPr>
        <p:txBody>
          <a:bodyPr/>
          <a:lstStyle/>
          <a:p>
            <a:r>
              <a:rPr lang="ru-RU" dirty="0"/>
              <a:t>Диаграмма последовательности – Получение консультации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A772B89-EAFF-4591-74E6-7B0187903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13" y="1515361"/>
            <a:ext cx="8801043" cy="473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8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959"/>
            <a:ext cx="10515600" cy="1325563"/>
          </a:xfrm>
        </p:spPr>
        <p:txBody>
          <a:bodyPr/>
          <a:lstStyle/>
          <a:p>
            <a:r>
              <a:rPr lang="ru-RU" dirty="0"/>
              <a:t>Диаграмма последовательности – оформление заказа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61E74B9-1D6A-C389-9E21-E1ABE3700B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90" y="1764106"/>
            <a:ext cx="8961569" cy="387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1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коммуникации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6F37831-67C3-3C23-3C85-BE3AD7817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646" y="2056710"/>
            <a:ext cx="7037960" cy="274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37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096" y="0"/>
            <a:ext cx="10515600" cy="132556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80112AB-2A7E-D621-2075-11AAED1910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04" y="1201759"/>
            <a:ext cx="8715704" cy="551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04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Диаграмма состояний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A1E0D6-60D8-C0F9-598D-976546BA8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220" y="1011298"/>
            <a:ext cx="5281559" cy="553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58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Диаграмма деятельности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0E998A-BA1B-87CC-73A6-959A94309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348" y="1025763"/>
            <a:ext cx="8170961" cy="541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08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Диаграмма компонентов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5C0080-22C7-1228-A6E9-4B9FF6ACD8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29251"/>
            <a:ext cx="9041028" cy="469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08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Диаграмма развертывания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8688A2E-F0D8-9F1C-98E2-32F0CA8E1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488" y="1115444"/>
            <a:ext cx="5949950" cy="527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95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B133F4-AB45-90A4-B3EF-D20A6851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519619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250</Words>
  <Application>Microsoft Office PowerPoint</Application>
  <PresentationFormat>Широкоэкранный</PresentationFormat>
  <Paragraphs>36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Итоговый проект по дисциплине «Анализ и концептуальное моделирование систем»  По теме: «Моделирование работы аптеки»</vt:lpstr>
      <vt:lpstr>Бизнес-проблема</vt:lpstr>
      <vt:lpstr>Бизнес-требования к системе</vt:lpstr>
      <vt:lpstr>Системные требования</vt:lpstr>
      <vt:lpstr>Нефункциональные требования:</vt:lpstr>
      <vt:lpstr>Диаграмма вариантов использования</vt:lpstr>
      <vt:lpstr>Диаграмма классов анализа</vt:lpstr>
      <vt:lpstr>Диаграмма последовательности – Получение консультации </vt:lpstr>
      <vt:lpstr>Диаграмма последовательности – оформление заказа</vt:lpstr>
      <vt:lpstr>Диаграмма коммуникации</vt:lpstr>
      <vt:lpstr>Диаграмма классов</vt:lpstr>
      <vt:lpstr>Диаграмма состояний</vt:lpstr>
      <vt:lpstr>Диаграмма деятельности</vt:lpstr>
      <vt:lpstr>Диаграмма компонентов</vt:lpstr>
      <vt:lpstr>Диаграмма развертывания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Тимофей Боргачев</cp:lastModifiedBy>
  <cp:revision>55</cp:revision>
  <dcterms:created xsi:type="dcterms:W3CDTF">2025-01-14T16:36:25Z</dcterms:created>
  <dcterms:modified xsi:type="dcterms:W3CDTF">2025-05-30T08:09:23Z</dcterms:modified>
</cp:coreProperties>
</file>