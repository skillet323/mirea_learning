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Моделирование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аптеки</a:t>
            </a:r>
            <a:r>
              <a:rPr dirty="0"/>
              <a:t>: </a:t>
            </a:r>
            <a:r>
              <a:rPr dirty="0" err="1"/>
              <a:t>Диаграмма</a:t>
            </a:r>
            <a:r>
              <a:rPr dirty="0"/>
              <a:t> </a:t>
            </a:r>
            <a:r>
              <a:rPr dirty="0" err="1"/>
              <a:t>вариантов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и </a:t>
            </a:r>
            <a:r>
              <a:rPr dirty="0" err="1"/>
              <a:t>спецификация</a:t>
            </a:r>
            <a:r>
              <a:rPr dirty="0"/>
              <a:t> </a:t>
            </a:r>
            <a:r>
              <a:rPr dirty="0" err="1"/>
              <a:t>функций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355" y="4762500"/>
            <a:ext cx="7251290" cy="1752600"/>
          </a:xfrm>
        </p:spPr>
        <p:txBody>
          <a:bodyPr/>
          <a:lstStyle/>
          <a:p>
            <a:r>
              <a:rPr dirty="0" err="1"/>
              <a:t>Выполнил</a:t>
            </a:r>
            <a:r>
              <a:rPr dirty="0"/>
              <a:t>:</a:t>
            </a:r>
            <a:r>
              <a:rPr lang="en-US" dirty="0"/>
              <a:t> </a:t>
            </a:r>
            <a:r>
              <a:rPr lang="ru-RU" dirty="0"/>
              <a:t>студент группы ИНБО-20-23</a:t>
            </a:r>
          </a:p>
          <a:p>
            <a:r>
              <a:rPr lang="ru-RU" dirty="0"/>
              <a:t>Боргачев Тимофей Максимович</a:t>
            </a:r>
          </a:p>
          <a:p>
            <a:r>
              <a:rPr lang="ru-RU" dirty="0"/>
              <a:t>Вариант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Постановка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5064"/>
            <a:ext cx="8229600" cy="4525963"/>
          </a:xfrm>
        </p:spPr>
        <p:txBody>
          <a:bodyPr>
            <a:normAutofit fontScale="92500"/>
          </a:bodyPr>
          <a:lstStyle/>
          <a:p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:</a:t>
            </a:r>
          </a:p>
          <a:p>
            <a:pPr lvl="1"/>
            <a:r>
              <a:rPr dirty="0" err="1"/>
              <a:t>Построить</a:t>
            </a:r>
            <a:r>
              <a:rPr dirty="0"/>
              <a:t> </a:t>
            </a:r>
            <a:r>
              <a:rPr dirty="0" err="1"/>
              <a:t>диаграмму</a:t>
            </a:r>
            <a:r>
              <a:rPr dirty="0"/>
              <a:t> </a:t>
            </a:r>
            <a:r>
              <a:rPr dirty="0" err="1"/>
              <a:t>вариантов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.</a:t>
            </a:r>
          </a:p>
          <a:p>
            <a:pPr lvl="1"/>
            <a:r>
              <a:rPr dirty="0" err="1"/>
              <a:t>Заполнить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взаимодействий</a:t>
            </a:r>
            <a:r>
              <a:rPr dirty="0"/>
              <a:t>.</a:t>
            </a:r>
          </a:p>
          <a:p>
            <a:pPr lvl="1"/>
            <a:r>
              <a:rPr dirty="0" err="1"/>
              <a:t>Описать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и </a:t>
            </a:r>
            <a:r>
              <a:rPr dirty="0" err="1"/>
              <a:t>функции</a:t>
            </a:r>
            <a:r>
              <a:rPr dirty="0"/>
              <a:t>.</a:t>
            </a:r>
          </a:p>
          <a:p>
            <a:r>
              <a:rPr dirty="0" err="1"/>
              <a:t>Индивидуальный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lang="ru-RU" dirty="0"/>
              <a:t> - м</a:t>
            </a:r>
            <a:r>
              <a:rPr dirty="0" err="1"/>
              <a:t>оделирование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аптеки</a:t>
            </a:r>
            <a:r>
              <a:rPr dirty="0"/>
              <a:t>.</a:t>
            </a:r>
          </a:p>
          <a:p>
            <a:r>
              <a:rPr dirty="0" err="1"/>
              <a:t>Описание</a:t>
            </a:r>
            <a:r>
              <a:rPr dirty="0"/>
              <a:t>: </a:t>
            </a:r>
            <a:r>
              <a:rPr lang="ru-RU" dirty="0"/>
              <a:t>к</a:t>
            </a:r>
            <a:r>
              <a:rPr dirty="0" err="1"/>
              <a:t>лиент</a:t>
            </a:r>
            <a:r>
              <a:rPr dirty="0"/>
              <a:t> </a:t>
            </a:r>
            <a:r>
              <a:rPr dirty="0" err="1"/>
              <a:t>покупает</a:t>
            </a:r>
            <a:r>
              <a:rPr dirty="0"/>
              <a:t>, </a:t>
            </a:r>
            <a:r>
              <a:rPr dirty="0" err="1"/>
              <a:t>заказывает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товар</a:t>
            </a:r>
            <a:r>
              <a:rPr dirty="0"/>
              <a:t>. </a:t>
            </a:r>
            <a:r>
              <a:rPr dirty="0" err="1"/>
              <a:t>Участвуют</a:t>
            </a:r>
            <a:r>
              <a:rPr dirty="0"/>
              <a:t> </a:t>
            </a:r>
            <a:r>
              <a:rPr dirty="0" err="1"/>
              <a:t>фармацевт</a:t>
            </a:r>
            <a:r>
              <a:rPr dirty="0"/>
              <a:t> и </a:t>
            </a:r>
            <a:r>
              <a:rPr dirty="0" err="1"/>
              <a:t>кассир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4881C-570F-3D02-4BFD-3BADAB5D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3" y="274638"/>
            <a:ext cx="8568813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вариантов использования в банковской системе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99F930-2A2A-4548-06BD-7B7775E86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089" y="1417638"/>
            <a:ext cx="6593819" cy="501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4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0D0B1-694D-9A50-497E-809AA98D5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Описание взаимодействий актеров и вариантов использования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B307AAC-0C64-5630-72CE-EB714C803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165522"/>
              </p:ext>
            </p:extLst>
          </p:nvPr>
        </p:nvGraphicFramePr>
        <p:xfrm>
          <a:off x="457200" y="1600199"/>
          <a:ext cx="8229600" cy="4743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2342575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0190610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52332915"/>
                    </a:ext>
                  </a:extLst>
                </a:gridCol>
              </a:tblGrid>
              <a:tr h="90505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Актер</a:t>
                      </a:r>
                      <a:r>
                        <a:rPr lang="en-US" sz="1400" baseline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ВИ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Тип связи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Вариант использования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7654344"/>
                  </a:ext>
                </a:extLst>
              </a:tr>
              <a:tr h="112284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Операционист банка</a:t>
                      </a:r>
                      <a:r>
                        <a:rPr lang="en-US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Открытие счета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en-US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extend</a:t>
                      </a:r>
                      <a:endParaRPr lang="ru-RU" sz="14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Операционист открывает счет, если клиент хочет пополнить не открытый счет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47291648"/>
                  </a:ext>
                </a:extLst>
              </a:tr>
              <a:tr h="90505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</a:t>
                      </a:r>
                      <a:r>
                        <a:rPr lang="en-US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Пополнение счета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основной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хочет пополнить счет через операциониста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3212144"/>
                  </a:ext>
                </a:extLst>
              </a:tr>
              <a:tr h="90505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</a:t>
                      </a:r>
                      <a:r>
                        <a:rPr lang="en-US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Снятие денег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основной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хочет снять деньги через кассира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41201590"/>
                  </a:ext>
                </a:extLst>
              </a:tr>
              <a:tr h="905059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Кассир</a:t>
                      </a:r>
                      <a:r>
                        <a:rPr lang="en-US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/Закрытие счета</a:t>
                      </a:r>
                      <a:endParaRPr lang="ru-RU" sz="14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extend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</a:pPr>
                      <a:r>
                        <a:rPr lang="ru-RU" sz="1400" baseline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хочет закрыть счет после снятия денег через кассира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87733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79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614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в </a:t>
            </a:r>
            <a:r>
              <a:rPr dirty="0" err="1"/>
              <a:t>системе</a:t>
            </a:r>
            <a:r>
              <a:rPr lang="en-US" dirty="0"/>
              <a:t> </a:t>
            </a:r>
            <a:r>
              <a:rPr lang="ru-RU" dirty="0"/>
              <a:t>«Моделирование работы аптеки»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297" y="1514167"/>
            <a:ext cx="4350774" cy="5034116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Регистрация клиента в системе: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Клиент заполняет форму регистрации.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проверяет уникальность данных клиента.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данные корректны, система сохраняет их в базе данных.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отправляет уведомление об успешной регистрации.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Поиск лекарственного средства: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Фармацевт вводит название лекарства или его характеристики (например, действующее вещество).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выполняет поиск в базе данных.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отображает список найденных лекарств с информацией о наличии, цене и сроке годности.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лекарство не найдено, система уведомляет пользователя.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573C3-9EA4-FB65-9190-EFDCFB1C99B7}"/>
              </a:ext>
            </a:extLst>
          </p:cNvPr>
          <p:cNvSpPr txBox="1"/>
          <p:nvPr/>
        </p:nvSpPr>
        <p:spPr>
          <a:xfrm>
            <a:off x="4827639" y="1510382"/>
            <a:ext cx="4100051" cy="5347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	Оформление заказа: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Клиент выбирает лекарства из каталога и добавляет их в корзину.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рассчитывает общую стоимость заказа.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Клиент подтверждает заказ.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проверяет наличие выбранных товаров на складе.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товары есть в наличии, система оформляет заказ и генерирует чек.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обновляет остатки товаров на складе.</a:t>
            </a:r>
          </a:p>
          <a:p>
            <a:pPr algn="just">
              <a:lnSpc>
                <a:spcPct val="150000"/>
              </a:lnSpc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	Управление запасами лекарств: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Администратор или фармацевт открывает раздел управления запасами.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отображает текущие остатки товаров.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Администратор или фармацевт изменяет данные о количестве товаров.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сохраняет изменения в базе данных.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LcPeriod"/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запасы ниже минимального уровня, система отправляет уведомление.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Диаграмма вариантов использования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Таблица взаимодействий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Актер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Тип связи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Вариант использования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Инициирует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Купить товар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Инициирует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Заказать товар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Фармацевт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Участвует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Проверить наличие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Кассир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Участвует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Оформить оплату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Построена диаграмма вариантов использования.</a:t>
            </a:r>
          </a:p>
          <a:p>
            <a:r>
              <a:t>- Заполнена таблица взаимодействий.</a:t>
            </a:r>
          </a:p>
          <a:p>
            <a:r>
              <a:t>- Описаны потоки событий и функции системы.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375</Words>
  <Application>Microsoft Office PowerPoint</Application>
  <PresentationFormat>Экран (4:3)</PresentationFormat>
  <Paragraphs>73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Моделирование работы аптеки: Диаграмма вариантов использования и спецификация функций</vt:lpstr>
      <vt:lpstr>Постановка задачи</vt:lpstr>
      <vt:lpstr>Диаграмма вариантов использования в банковской системе</vt:lpstr>
      <vt:lpstr>Описание взаимодействий актеров и вариантов использования</vt:lpstr>
      <vt:lpstr>Потоки событий в системе «Моделирование работы аптеки»</vt:lpstr>
      <vt:lpstr>Диаграмма вариантов использования</vt:lpstr>
      <vt:lpstr>Таблица взаимодействий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Тимофей Боргачев</cp:lastModifiedBy>
  <cp:revision>11</cp:revision>
  <dcterms:created xsi:type="dcterms:W3CDTF">2013-01-27T09:14:16Z</dcterms:created>
  <dcterms:modified xsi:type="dcterms:W3CDTF">2025-02-22T07:06:24Z</dcterms:modified>
  <cp:category/>
</cp:coreProperties>
</file>